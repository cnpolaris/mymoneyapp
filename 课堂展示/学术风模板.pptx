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7" r:id="rId2"/>
    <p:sldId id="272" r:id="rId3"/>
    <p:sldId id="282" r:id="rId4"/>
    <p:sldId id="275" r:id="rId5"/>
    <p:sldId id="276" r:id="rId6"/>
  </p:sldIdLst>
  <p:sldSz cx="12192000" cy="6858000"/>
  <p:notesSz cx="6858000" cy="9144000"/>
  <p:embeddedFontLst>
    <p:embeddedFont>
      <p:font typeface="等线" panose="02010600030101010101" pitchFamily="2" charset="-122"/>
      <p:regular r:id="rId7"/>
      <p:bold r:id="rId8"/>
    </p:embeddedFont>
    <p:embeddedFont>
      <p:font typeface="等线 Light" panose="02010600030101010101" pitchFamily="2" charset="-122"/>
      <p:regular r:id="rId9"/>
    </p:embeddedFont>
    <p:embeddedFont>
      <p:font typeface="微软雅黑" panose="020B0503020204020204" pitchFamily="34" charset="-122"/>
      <p:regular r:id="rId10"/>
      <p:bold r:id="rId11"/>
    </p:embeddedFont>
  </p:embeddedFontLst>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520" userDrawn="1">
          <p15:clr>
            <a:srgbClr val="A4A3A4"/>
          </p15:clr>
        </p15:guide>
        <p15:guide id="3" pos="422" userDrawn="1">
          <p15:clr>
            <a:srgbClr val="A4A3A4"/>
          </p15:clr>
        </p15:guide>
        <p15:guide id="4" pos="7257" userDrawn="1">
          <p15:clr>
            <a:srgbClr val="A4A3A4"/>
          </p15:clr>
        </p15:guide>
        <p15:guide id="5" orient="horz" pos="648" userDrawn="1">
          <p15:clr>
            <a:srgbClr val="A4A3A4"/>
          </p15:clr>
        </p15:guide>
        <p15:guide id="6" orient="horz" pos="712" userDrawn="1">
          <p15:clr>
            <a:srgbClr val="A4A3A4"/>
          </p15:clr>
        </p15:guide>
        <p15:guide id="7" orient="horz" pos="3929" userDrawn="1">
          <p15:clr>
            <a:srgbClr val="A4A3A4"/>
          </p15:clr>
        </p15:guide>
        <p15:guide id="8" orient="horz" pos="3866" userDrawn="1">
          <p15:clr>
            <a:srgbClr val="A4A3A4"/>
          </p15:clr>
        </p15:guide>
        <p15:guide id="9" pos="1776" userDrawn="1">
          <p15:clr>
            <a:srgbClr val="A4A3A4"/>
          </p15:clr>
        </p15:guide>
        <p15:guide id="10" orient="horz" pos="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F4AB74"/>
    <a:srgbClr val="EF893E"/>
    <a:srgbClr val="F2F2F2"/>
    <a:srgbClr val="F2A150"/>
    <a:srgbClr val="F9D2B5"/>
    <a:srgbClr val="F6BD92"/>
    <a:srgbClr val="FCEADC"/>
    <a:srgbClr val="BFBFBF"/>
    <a:srgbClr val="F29F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10" autoAdjust="0"/>
    <p:restoredTop sz="94660"/>
  </p:normalViewPr>
  <p:slideViewPr>
    <p:cSldViewPr snapToGrid="0" showGuides="1">
      <p:cViewPr varScale="1">
        <p:scale>
          <a:sx n="114" d="100"/>
          <a:sy n="114" d="100"/>
        </p:scale>
        <p:origin x="318" y="114"/>
      </p:cViewPr>
      <p:guideLst>
        <p:guide orient="horz" pos="2160"/>
        <p:guide pos="4520"/>
        <p:guide pos="422"/>
        <p:guide pos="7257"/>
        <p:guide orient="horz" pos="648"/>
        <p:guide orient="horz" pos="712"/>
        <p:guide orient="horz" pos="3929"/>
        <p:guide orient="horz" pos="3866"/>
        <p:guide pos="1776"/>
        <p:guide orient="horz" pos="368"/>
      </p:guideLst>
    </p:cSldViewPr>
  </p:slideViewPr>
  <p:notesTextViewPr>
    <p:cViewPr>
      <p:scale>
        <a:sx n="1" d="1"/>
        <a:sy n="1" d="1"/>
      </p:scale>
      <p:origin x="0" y="0"/>
    </p:cViewPr>
  </p:notesTextViewPr>
  <p:sorterViewPr>
    <p:cViewPr>
      <p:scale>
        <a:sx n="60" d="100"/>
        <a:sy n="60" d="100"/>
      </p:scale>
      <p:origin x="0" y="-191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73AC68-3E1C-4256-83A1-237D05A5C8B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78957F6-5940-40C8-9B90-0DE195A017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535921-60C4-42F3-BFF4-3AB8701BFF11}"/>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5" name="页脚占位符 4">
            <a:extLst>
              <a:ext uri="{FF2B5EF4-FFF2-40B4-BE49-F238E27FC236}">
                <a16:creationId xmlns:a16="http://schemas.microsoft.com/office/drawing/2014/main" id="{2BB65636-657F-441D-8A80-C4EBF80A6B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9186FB-76EE-407E-944C-A1EBB08CF87A}"/>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701850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8DD03F-0422-44B4-9490-A0E459EC3FF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1B3D7EF-3EE3-4130-AE4F-A8C588153502}"/>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E03687-7003-448D-9616-678A3E0FB1C4}"/>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5" name="页脚占位符 4">
            <a:extLst>
              <a:ext uri="{FF2B5EF4-FFF2-40B4-BE49-F238E27FC236}">
                <a16:creationId xmlns:a16="http://schemas.microsoft.com/office/drawing/2014/main" id="{5BAEF19A-B4ED-4A49-8365-93E715BEA2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98B56B-DD63-437D-ACF0-981F1D2D6202}"/>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2493042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45108A-C8AD-4851-89EC-E7E98382EC0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AA9798C-660D-4420-8F89-3EBEFF0C4D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460BDAA-2316-4321-884E-97DC18347D72}"/>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5" name="页脚占位符 4">
            <a:extLst>
              <a:ext uri="{FF2B5EF4-FFF2-40B4-BE49-F238E27FC236}">
                <a16:creationId xmlns:a16="http://schemas.microsoft.com/office/drawing/2014/main" id="{3C0C7CCB-C0B3-46FB-88E3-B7BDA0D18D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CE3FA5-84E6-4EF7-9A4F-437F89E0AF87}"/>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2672892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E63B9E-BF9E-4779-8DC8-5B256C6192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F726B93-8C86-4AB9-B87E-5E5C779CEE8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3772F86A-EF5B-4666-BFF1-973B8C9017A7}"/>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E9E0C081-3978-4C2C-BCB8-6638F9BCA5A0}"/>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6" name="页脚占位符 5">
            <a:extLst>
              <a:ext uri="{FF2B5EF4-FFF2-40B4-BE49-F238E27FC236}">
                <a16:creationId xmlns:a16="http://schemas.microsoft.com/office/drawing/2014/main" id="{0C90A3D3-7A1A-4627-81B6-2F285BA8509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056C516-79AB-4954-BC7E-ED546C5EEA5B}"/>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2836587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83B0B-272A-49FD-B524-2C7940DD858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4F47964-61E4-4DF4-9B03-D6DE437D06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6AB0087D-1ECA-499F-8C72-B491BAD0F18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DC217A50-5822-483C-8286-C6B05C3683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E8B4434-A1C9-44C3-BEFF-EE87975B9464}"/>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BC70451F-2562-46E8-A8B3-274DE22876C1}"/>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8" name="页脚占位符 7">
            <a:extLst>
              <a:ext uri="{FF2B5EF4-FFF2-40B4-BE49-F238E27FC236}">
                <a16:creationId xmlns:a16="http://schemas.microsoft.com/office/drawing/2014/main" id="{3FB30054-5384-4579-939D-E977664867B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250C35B-552E-47A6-A5C1-D240F9A41189}"/>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2629466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D3E171-6117-429A-8A88-42BC595BE21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845DA90-30FD-4A8E-814E-50DCA7489AF0}"/>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4" name="页脚占位符 3">
            <a:extLst>
              <a:ext uri="{FF2B5EF4-FFF2-40B4-BE49-F238E27FC236}">
                <a16:creationId xmlns:a16="http://schemas.microsoft.com/office/drawing/2014/main" id="{FF2FFF3E-3D71-4858-91BA-7D2827019F4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436534D-3BA8-471A-98D2-AA237D4B288A}"/>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520213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8458D40-3DE9-45D7-9234-CF1B5419710F}"/>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3" name="页脚占位符 2">
            <a:extLst>
              <a:ext uri="{FF2B5EF4-FFF2-40B4-BE49-F238E27FC236}">
                <a16:creationId xmlns:a16="http://schemas.microsoft.com/office/drawing/2014/main" id="{F7FDC138-7FFA-4FB9-9A7D-19A326E8531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A57124C-CA53-465B-8738-F2B0F2780E2E}"/>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1243134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88C2AC-28B0-457F-B011-67AFAA91485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BEF7033-E152-4A17-83F3-B2824E72A2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C446F20-BE0C-4C43-BE1C-D1750A0D3C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BE97C2F-9591-468F-A8F7-FB75C4C0215D}"/>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6" name="页脚占位符 5">
            <a:extLst>
              <a:ext uri="{FF2B5EF4-FFF2-40B4-BE49-F238E27FC236}">
                <a16:creationId xmlns:a16="http://schemas.microsoft.com/office/drawing/2014/main" id="{7425290A-9848-4941-A534-DFCCBFAF01B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DBE772A-45F3-4AEC-8149-A20E98AD2EB8}"/>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3347571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53E6C-C6F4-4D6A-BE6C-9D7E6887132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8C62912-123B-48C0-BD6F-10DFAC2F03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F06941D-09A9-422B-A1E0-CE440D9D85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A80E6F0-8630-4D92-B446-5F751E4A38FF}"/>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6" name="页脚占位符 5">
            <a:extLst>
              <a:ext uri="{FF2B5EF4-FFF2-40B4-BE49-F238E27FC236}">
                <a16:creationId xmlns:a16="http://schemas.microsoft.com/office/drawing/2014/main" id="{2C9C83C9-4186-44BF-B799-5F9F77AC819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3E68670-C754-4108-9BFF-4BD83307E4F7}"/>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1186315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6125E5-10EA-4B6F-9D6F-6D4F2216F25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5CEB6C-716F-4FCA-836B-01B7F0664949}"/>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28ACE64-5DCD-483B-905F-1AF1FA7BB46F}"/>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5" name="页脚占位符 4">
            <a:extLst>
              <a:ext uri="{FF2B5EF4-FFF2-40B4-BE49-F238E27FC236}">
                <a16:creationId xmlns:a16="http://schemas.microsoft.com/office/drawing/2014/main" id="{2B568441-2F25-4866-9532-117E5F4911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2DEEBC-BFD0-4D56-9BC2-364E0A26D881}"/>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1915891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7A156C9-03F5-4E24-A4F7-CD152EBE564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EBB0972-ADF5-4697-89F3-6C6B23B8EFE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C02817E-86EA-4C15-BE7F-D5B41C8E391C}"/>
              </a:ext>
            </a:extLst>
          </p:cNvPr>
          <p:cNvSpPr>
            <a:spLocks noGrp="1"/>
          </p:cNvSpPr>
          <p:nvPr>
            <p:ph type="dt" sz="half" idx="10"/>
          </p:nvPr>
        </p:nvSpPr>
        <p:spPr/>
        <p:txBody>
          <a:bodyPr/>
          <a:lstStyle/>
          <a:p>
            <a:fld id="{56B65A32-9FC8-45DA-B027-27942F78B8C3}" type="datetimeFigureOut">
              <a:rPr lang="zh-CN" altLang="en-US" smtClean="0"/>
              <a:t>2020/5/26</a:t>
            </a:fld>
            <a:endParaRPr lang="zh-CN" altLang="en-US"/>
          </a:p>
        </p:txBody>
      </p:sp>
      <p:sp>
        <p:nvSpPr>
          <p:cNvPr id="5" name="页脚占位符 4">
            <a:extLst>
              <a:ext uri="{FF2B5EF4-FFF2-40B4-BE49-F238E27FC236}">
                <a16:creationId xmlns:a16="http://schemas.microsoft.com/office/drawing/2014/main" id="{3B774155-E895-48A3-A2E4-D764B38EC1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88C82EB-1267-45C1-9CA6-65108AB3257B}"/>
              </a:ext>
            </a:extLst>
          </p:cNvPr>
          <p:cNvSpPr>
            <a:spLocks noGrp="1"/>
          </p:cNvSpPr>
          <p:nvPr>
            <p:ph type="sldNum" sz="quarter" idx="12"/>
          </p:nvPr>
        </p:nvSpPr>
        <p:spPr/>
        <p:txBody>
          <a:body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3680185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110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D747A14-0CC4-4A94-B175-5FA176D97E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62BE27-8896-4BB7-94CC-584E26205E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76CCB9-5EDA-4A52-A81C-090B309D2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B65A32-9FC8-45DA-B027-27942F78B8C3}" type="datetimeFigureOut">
              <a:rPr lang="zh-CN" altLang="en-US" smtClean="0"/>
              <a:t>2020/5/26</a:t>
            </a:fld>
            <a:endParaRPr lang="zh-CN" altLang="en-US"/>
          </a:p>
        </p:txBody>
      </p:sp>
      <p:sp>
        <p:nvSpPr>
          <p:cNvPr id="5" name="页脚占位符 4">
            <a:extLst>
              <a:ext uri="{FF2B5EF4-FFF2-40B4-BE49-F238E27FC236}">
                <a16:creationId xmlns:a16="http://schemas.microsoft.com/office/drawing/2014/main" id="{423C6F2C-9562-4CB0-A20D-EA3E4DEECE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42212D3-9005-4A18-8E47-1BCCBECBA0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EB072-AB73-430A-8FDC-382EC1C97173}" type="slidenum">
              <a:rPr lang="zh-CN" altLang="en-US" smtClean="0"/>
              <a:t>‹#›</a:t>
            </a:fld>
            <a:endParaRPr lang="zh-CN" altLang="en-US"/>
          </a:p>
        </p:txBody>
      </p:sp>
    </p:spTree>
    <p:extLst>
      <p:ext uri="{BB962C8B-B14F-4D97-AF65-F5344CB8AC3E}">
        <p14:creationId xmlns:p14="http://schemas.microsoft.com/office/powerpoint/2010/main" val="2425524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12.jpg"/><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4AE71A08-887A-4E7A-9C86-7E7D083FBAF1}"/>
              </a:ext>
            </a:extLst>
          </p:cNvPr>
          <p:cNvSpPr/>
          <p:nvPr/>
        </p:nvSpPr>
        <p:spPr>
          <a:xfrm>
            <a:off x="695325" y="549276"/>
            <a:ext cx="10801350" cy="5759450"/>
          </a:xfrm>
          <a:prstGeom prst="roundRect">
            <a:avLst>
              <a:gd name="adj" fmla="val 2114"/>
            </a:avLst>
          </a:prstGeom>
          <a:gradFill>
            <a:gsLst>
              <a:gs pos="0">
                <a:srgbClr val="F2A150"/>
              </a:gs>
              <a:gs pos="100000">
                <a:srgbClr val="EE843A"/>
              </a:gs>
            </a:gsLst>
            <a:lin ang="5400000" scaled="1"/>
          </a:gradFill>
          <a:ln w="3175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5" name="图形 14">
            <a:extLst>
              <a:ext uri="{FF2B5EF4-FFF2-40B4-BE49-F238E27FC236}">
                <a16:creationId xmlns:a16="http://schemas.microsoft.com/office/drawing/2014/main" id="{AF4583DD-E3B1-4F5B-AF91-9AA40A35DA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57358" y="-618761"/>
            <a:ext cx="7746930" cy="7746930"/>
          </a:xfrm>
          <a:prstGeom prst="rect">
            <a:avLst/>
          </a:prstGeom>
        </p:spPr>
      </p:pic>
      <p:sp>
        <p:nvSpPr>
          <p:cNvPr id="4107" name="TextBox 10">
            <a:extLst>
              <a:ext uri="{FF2B5EF4-FFF2-40B4-BE49-F238E27FC236}">
                <a16:creationId xmlns:a16="http://schemas.microsoft.com/office/drawing/2014/main" id="{1401DBA6-A452-46E7-B399-65F05A582C9D}"/>
              </a:ext>
            </a:extLst>
          </p:cNvPr>
          <p:cNvSpPr txBox="1">
            <a:spLocks noChangeArrowheads="1"/>
          </p:cNvSpPr>
          <p:nvPr/>
        </p:nvSpPr>
        <p:spPr bwMode="auto">
          <a:xfrm>
            <a:off x="916517" y="2202729"/>
            <a:ext cx="1035896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dirty="0">
                <a:solidFill>
                  <a:schemeClr val="bg1"/>
                </a:solidFill>
                <a:latin typeface="思源宋体 CN Heavy" panose="02020900000000000000" pitchFamily="18" charset="-122"/>
                <a:ea typeface="思源宋体 CN Heavy" panose="02020900000000000000" pitchFamily="18" charset="-122"/>
                <a:cs typeface="Times New Roman" panose="02020603050405020304" pitchFamily="18" charset="0"/>
              </a:rPr>
              <a:t>基于</a:t>
            </a:r>
            <a:r>
              <a:rPr lang="en-US" altLang="zh-CN" sz="3600" dirty="0">
                <a:solidFill>
                  <a:schemeClr val="bg1"/>
                </a:solidFill>
                <a:latin typeface="思源宋体 CN Heavy" panose="02020900000000000000" pitchFamily="18" charset="-122"/>
                <a:ea typeface="思源宋体 CN Heavy" panose="02020900000000000000" pitchFamily="18" charset="-122"/>
                <a:cs typeface="Times New Roman" panose="02020603050405020304" pitchFamily="18" charset="0"/>
              </a:rPr>
              <a:t>Android</a:t>
            </a:r>
            <a:r>
              <a:rPr lang="zh-CN" altLang="en-US" sz="3600" dirty="0">
                <a:solidFill>
                  <a:schemeClr val="bg1"/>
                </a:solidFill>
                <a:latin typeface="思源宋体 CN Heavy" panose="02020900000000000000" pitchFamily="18" charset="-122"/>
                <a:ea typeface="思源宋体 CN Heavy" panose="02020900000000000000" pitchFamily="18" charset="-122"/>
                <a:cs typeface="Times New Roman" panose="02020603050405020304" pitchFamily="18" charset="0"/>
              </a:rPr>
              <a:t>的移动端记账</a:t>
            </a:r>
            <a:r>
              <a:rPr lang="en-US" altLang="zh-CN" sz="3600" dirty="0">
                <a:solidFill>
                  <a:schemeClr val="bg1"/>
                </a:solidFill>
                <a:latin typeface="思源宋体 CN Heavy" panose="02020900000000000000" pitchFamily="18" charset="-122"/>
                <a:ea typeface="思源宋体 CN Heavy" panose="02020900000000000000" pitchFamily="18" charset="-122"/>
                <a:cs typeface="Times New Roman" panose="02020603050405020304" pitchFamily="18" charset="0"/>
              </a:rPr>
              <a:t>APP</a:t>
            </a:r>
            <a:endParaRPr kumimoji="0" lang="zh-CN" altLang="zh-CN" sz="3600" b="0" i="0" u="none" strike="noStrike" kern="1200" cap="none" spc="0" normalizeH="0" baseline="0" noProof="0" dirty="0">
              <a:ln>
                <a:noFill/>
              </a:ln>
              <a:solidFill>
                <a:schemeClr val="bg1"/>
              </a:solidFill>
              <a:effectLst/>
              <a:uLnTx/>
              <a:uFillTx/>
              <a:latin typeface="思源宋体 CN Heavy" panose="02020900000000000000" pitchFamily="18" charset="-122"/>
              <a:ea typeface="思源宋体 CN Heavy" panose="02020900000000000000" pitchFamily="18" charset="-122"/>
              <a:cs typeface="Times New Roman" panose="02020603050405020304" pitchFamily="18" charset="0"/>
            </a:endParaRPr>
          </a:p>
        </p:txBody>
      </p:sp>
      <p:sp>
        <p:nvSpPr>
          <p:cNvPr id="12" name="圆角矩形 11">
            <a:extLst>
              <a:ext uri="{FF2B5EF4-FFF2-40B4-BE49-F238E27FC236}">
                <a16:creationId xmlns:a16="http://schemas.microsoft.com/office/drawing/2014/main" id="{E627B74F-AE58-4DCC-98A0-D68E796FAECA}"/>
              </a:ext>
            </a:extLst>
          </p:cNvPr>
          <p:cNvSpPr/>
          <p:nvPr/>
        </p:nvSpPr>
        <p:spPr>
          <a:xfrm>
            <a:off x="8207798" y="3480342"/>
            <a:ext cx="2649650" cy="732367"/>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20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a:t>
            </a:r>
            <a:r>
              <a:rPr kumimoji="0" lang="zh-CN" altLang="en-US" sz="20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田鑫</a:t>
            </a:r>
            <a:endParaRPr kumimoji="0" lang="zh-CN" altLang="zh-CN" sz="20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1252952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A8A1D235-26CD-4635-9AF4-2FCAA9B8624B}"/>
              </a:ext>
            </a:extLst>
          </p:cNvPr>
          <p:cNvSpPr/>
          <p:nvPr/>
        </p:nvSpPr>
        <p:spPr>
          <a:xfrm>
            <a:off x="-21871" y="0"/>
            <a:ext cx="2108200" cy="6858000"/>
          </a:xfrm>
          <a:prstGeom prst="roundRect">
            <a:avLst>
              <a:gd name="adj" fmla="val 5221"/>
            </a:avLst>
          </a:prstGeom>
          <a:gradFill>
            <a:gsLst>
              <a:gs pos="0">
                <a:srgbClr val="F2A150"/>
              </a:gs>
              <a:gs pos="100000">
                <a:srgbClr val="EE843A"/>
              </a:gs>
            </a:gsLst>
            <a:lin ang="5400000" scaled="1"/>
          </a:gradFill>
          <a:ln w="3175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6" name="直接连接符 45">
            <a:extLst>
              <a:ext uri="{FF2B5EF4-FFF2-40B4-BE49-F238E27FC236}">
                <a16:creationId xmlns:a16="http://schemas.microsoft.com/office/drawing/2014/main" id="{3AAE6762-7D79-429E-A197-4DED6CB9FA8B}"/>
              </a:ext>
            </a:extLst>
          </p:cNvPr>
          <p:cNvCxnSpPr/>
          <p:nvPr/>
        </p:nvCxnSpPr>
        <p:spPr>
          <a:xfrm>
            <a:off x="0" y="201295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3E8FFA0F-2DB6-4890-921D-6AE4A4C9A6BB}"/>
              </a:ext>
            </a:extLst>
          </p:cNvPr>
          <p:cNvSpPr txBox="1"/>
          <p:nvPr/>
        </p:nvSpPr>
        <p:spPr>
          <a:xfrm>
            <a:off x="18868" y="2297400"/>
            <a:ext cx="210820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spc="400" dirty="0">
                <a:solidFill>
                  <a:schemeClr val="bg1"/>
                </a:solidFill>
                <a:latin typeface="微软雅黑" panose="020B0503020204020204" pitchFamily="34" charset="-122"/>
                <a:ea typeface="微软雅黑" panose="020B0503020204020204" pitchFamily="34" charset="-122"/>
              </a:rPr>
              <a:t>背景与意义</a:t>
            </a:r>
            <a:endParaRPr kumimoji="0" lang="zh-CN" altLang="en-US" sz="2000" b="1" i="0" u="none" strike="noStrike" kern="1200" cap="none" spc="4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70" name="文本框 69">
            <a:extLst>
              <a:ext uri="{FF2B5EF4-FFF2-40B4-BE49-F238E27FC236}">
                <a16:creationId xmlns:a16="http://schemas.microsoft.com/office/drawing/2014/main" id="{1A516B07-6FCA-4902-88D7-B03D664646D5}"/>
              </a:ext>
            </a:extLst>
          </p:cNvPr>
          <p:cNvSpPr txBox="1"/>
          <p:nvPr/>
        </p:nvSpPr>
        <p:spPr>
          <a:xfrm>
            <a:off x="18868" y="329718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实现目标</a:t>
            </a:r>
          </a:p>
        </p:txBody>
      </p:sp>
      <p:sp>
        <p:nvSpPr>
          <p:cNvPr id="73" name="文本框 72">
            <a:extLst>
              <a:ext uri="{FF2B5EF4-FFF2-40B4-BE49-F238E27FC236}">
                <a16:creationId xmlns:a16="http://schemas.microsoft.com/office/drawing/2014/main" id="{F5BBF62C-D0A5-4D90-9644-6D881BA3D19E}"/>
              </a:ext>
            </a:extLst>
          </p:cNvPr>
          <p:cNvSpPr txBox="1"/>
          <p:nvPr/>
        </p:nvSpPr>
        <p:spPr>
          <a:xfrm>
            <a:off x="18868" y="426619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数据库截图</a:t>
            </a:r>
          </a:p>
        </p:txBody>
      </p:sp>
      <p:sp>
        <p:nvSpPr>
          <p:cNvPr id="76" name="文本框 75">
            <a:extLst>
              <a:ext uri="{FF2B5EF4-FFF2-40B4-BE49-F238E27FC236}">
                <a16:creationId xmlns:a16="http://schemas.microsoft.com/office/drawing/2014/main" id="{2E28A4A5-05F0-4BFC-B78C-702F1287A0D5}"/>
              </a:ext>
            </a:extLst>
          </p:cNvPr>
          <p:cNvSpPr txBox="1"/>
          <p:nvPr/>
        </p:nvSpPr>
        <p:spPr>
          <a:xfrm>
            <a:off x="-158931" y="5212789"/>
            <a:ext cx="2463798" cy="338554"/>
          </a:xfrm>
          <a:prstGeom prst="rect">
            <a:avLst/>
          </a:prstGeom>
          <a:noFill/>
        </p:spPr>
        <p:txBody>
          <a:bodyPr wrap="square" rtlCol="0">
            <a:spAutoFit/>
          </a:bodyPr>
          <a:lstStyle/>
          <a:p>
            <a:pPr algn="ctr">
              <a:defRPr/>
            </a:pPr>
            <a:r>
              <a:rPr lang="en-US" altLang="zh-CN" sz="1600" spc="400" dirty="0">
                <a:solidFill>
                  <a:schemeClr val="bg1">
                    <a:alpha val="21000"/>
                  </a:schemeClr>
                </a:solidFill>
                <a:latin typeface="微软雅黑" panose="020B0503020204020204" pitchFamily="34" charset="-122"/>
                <a:ea typeface="微软雅黑" panose="020B0503020204020204" pitchFamily="34" charset="-122"/>
              </a:rPr>
              <a:t>App</a:t>
            </a: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截图</a:t>
            </a:r>
          </a:p>
        </p:txBody>
      </p:sp>
      <p:sp>
        <p:nvSpPr>
          <p:cNvPr id="79" name="文本框 78">
            <a:extLst>
              <a:ext uri="{FF2B5EF4-FFF2-40B4-BE49-F238E27FC236}">
                <a16:creationId xmlns:a16="http://schemas.microsoft.com/office/drawing/2014/main" id="{C31F6A08-2FE7-4018-8CD8-1034CD499F55}"/>
              </a:ext>
            </a:extLst>
          </p:cNvPr>
          <p:cNvSpPr txBox="1"/>
          <p:nvPr/>
        </p:nvSpPr>
        <p:spPr>
          <a:xfrm>
            <a:off x="18868" y="620421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演示</a:t>
            </a:r>
          </a:p>
        </p:txBody>
      </p:sp>
      <p:sp>
        <p:nvSpPr>
          <p:cNvPr id="47" name="矩形 46" hidden="1">
            <a:extLst>
              <a:ext uri="{FF2B5EF4-FFF2-40B4-BE49-F238E27FC236}">
                <a16:creationId xmlns:a16="http://schemas.microsoft.com/office/drawing/2014/main" id="{BAD093D8-EBE7-48EA-ACFF-E99F798F1A0C}"/>
              </a:ext>
            </a:extLst>
          </p:cNvPr>
          <p:cNvSpPr/>
          <p:nvPr/>
        </p:nvSpPr>
        <p:spPr>
          <a:xfrm>
            <a:off x="2108200" y="2012950"/>
            <a:ext cx="2108200" cy="4845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D341433-8CB3-49FD-8851-37DF668A2BF1}"/>
              </a:ext>
            </a:extLst>
          </p:cNvPr>
          <p:cNvCxnSpPr/>
          <p:nvPr/>
        </p:nvCxnSpPr>
        <p:spPr>
          <a:xfrm>
            <a:off x="0" y="298196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440350D7-9E4D-41BB-B89C-C0CCAD46D800}"/>
              </a:ext>
            </a:extLst>
          </p:cNvPr>
          <p:cNvCxnSpPr/>
          <p:nvPr/>
        </p:nvCxnSpPr>
        <p:spPr>
          <a:xfrm>
            <a:off x="0" y="395097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B466572-3408-4716-91DC-8149BB1DAA65}"/>
              </a:ext>
            </a:extLst>
          </p:cNvPr>
          <p:cNvCxnSpPr/>
          <p:nvPr/>
        </p:nvCxnSpPr>
        <p:spPr>
          <a:xfrm>
            <a:off x="0" y="491998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06A106A-FCED-4700-89F5-A190BFE5AB97}"/>
              </a:ext>
            </a:extLst>
          </p:cNvPr>
          <p:cNvCxnSpPr/>
          <p:nvPr/>
        </p:nvCxnSpPr>
        <p:spPr>
          <a:xfrm>
            <a:off x="0" y="588899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sp>
        <p:nvSpPr>
          <p:cNvPr id="105" name="矩形: 圆角 104" hidden="1">
            <a:extLst>
              <a:ext uri="{FF2B5EF4-FFF2-40B4-BE49-F238E27FC236}">
                <a16:creationId xmlns:a16="http://schemas.microsoft.com/office/drawing/2014/main" id="{FB85E35F-4E2C-41DE-8406-168039F20F6F}"/>
              </a:ext>
            </a:extLst>
          </p:cNvPr>
          <p:cNvSpPr/>
          <p:nvPr/>
        </p:nvSpPr>
        <p:spPr>
          <a:xfrm>
            <a:off x="2819400" y="2058262"/>
            <a:ext cx="8701088" cy="3830728"/>
          </a:xfrm>
          <a:prstGeom prst="roundRect">
            <a:avLst>
              <a:gd name="adj" fmla="val 3769"/>
            </a:avLst>
          </a:prstGeom>
          <a:gradFill>
            <a:gsLst>
              <a:gs pos="0">
                <a:srgbClr val="F2A150"/>
              </a:gs>
              <a:gs pos="100000">
                <a:srgbClr val="EE843A"/>
              </a:gs>
            </a:gsLst>
            <a:lin ang="5400000" scaled="1"/>
          </a:gradFill>
          <a:ln w="31750" cap="flat" cmpd="sng" algn="ctr">
            <a:solidFill>
              <a:sysClr val="window" lastClr="FFFFFF"/>
            </a:solidFill>
            <a:prstDash val="solid"/>
            <a:miter lim="800000"/>
          </a:ln>
          <a:effectLst>
            <a:outerShdw blurRad="203200" algn="ctr" rotWithShape="0">
              <a:srgbClr val="ED7D31">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5" name="矩形: 圆角 114">
            <a:extLst>
              <a:ext uri="{FF2B5EF4-FFF2-40B4-BE49-F238E27FC236}">
                <a16:creationId xmlns:a16="http://schemas.microsoft.com/office/drawing/2014/main" id="{88946C72-3DC5-4CAD-B85C-E7BD4B98E4FD}"/>
              </a:ext>
            </a:extLst>
          </p:cNvPr>
          <p:cNvSpPr/>
          <p:nvPr/>
        </p:nvSpPr>
        <p:spPr>
          <a:xfrm>
            <a:off x="2946255" y="597217"/>
            <a:ext cx="7841140" cy="4322763"/>
          </a:xfrm>
          <a:prstGeom prst="roundRect">
            <a:avLst>
              <a:gd name="adj" fmla="val 1414"/>
            </a:avLst>
          </a:prstGeom>
          <a:solidFill>
            <a:schemeClr val="bg1">
              <a:lumMod val="95000"/>
            </a:schemeClr>
          </a:solidFill>
          <a:ln w="12700">
            <a:solidFill>
              <a:schemeClr val="bg1"/>
            </a:solidFill>
          </a:ln>
          <a:effectLst>
            <a:outerShdw blurRad="533400" algn="ctr" rotWithShape="0">
              <a:srgbClr val="EF893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115" name="图形 4114">
            <a:extLst>
              <a:ext uri="{FF2B5EF4-FFF2-40B4-BE49-F238E27FC236}">
                <a16:creationId xmlns:a16="http://schemas.microsoft.com/office/drawing/2014/main" id="{9448BA15-4918-4AED-8B6C-7FD07F5D76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85625" y="724813"/>
            <a:ext cx="635000" cy="635000"/>
          </a:xfrm>
          <a:prstGeom prst="rect">
            <a:avLst/>
          </a:prstGeom>
        </p:spPr>
      </p:pic>
      <p:sp>
        <p:nvSpPr>
          <p:cNvPr id="129" name="文本框 128">
            <a:extLst>
              <a:ext uri="{FF2B5EF4-FFF2-40B4-BE49-F238E27FC236}">
                <a16:creationId xmlns:a16="http://schemas.microsoft.com/office/drawing/2014/main" id="{38DC2F51-6E51-4D47-8A3D-7D72191B4EA8}"/>
              </a:ext>
            </a:extLst>
          </p:cNvPr>
          <p:cNvSpPr txBox="1"/>
          <p:nvPr/>
        </p:nvSpPr>
        <p:spPr>
          <a:xfrm>
            <a:off x="2986994" y="1628878"/>
            <a:ext cx="7632262" cy="3675173"/>
          </a:xfrm>
          <a:prstGeom prst="rect">
            <a:avLst/>
          </a:prstGeom>
          <a:noFill/>
        </p:spPr>
        <p:txBody>
          <a:bodyPr wrap="square" rtlCol="0">
            <a:spAutoFit/>
          </a:bodyPr>
          <a:lstStyle/>
          <a:p>
            <a:r>
              <a:rPr lang="en-US" altLang="zh-CN" sz="1400" dirty="0">
                <a:latin typeface="宋体" panose="02010600030101010101" pitchFamily="2" charset="-122"/>
                <a:ea typeface="宋体" panose="02010600030101010101" pitchFamily="2" charset="-122"/>
              </a:rPr>
              <a:t>      </a:t>
            </a:r>
            <a:r>
              <a:rPr lang="zh-CN" altLang="zh-CN" sz="1400" dirty="0">
                <a:latin typeface="宋体" panose="02010600030101010101" pitchFamily="2" charset="-122"/>
                <a:ea typeface="宋体" panose="02010600030101010101" pitchFamily="2" charset="-122"/>
              </a:rPr>
              <a:t>随着我国市场经济制度不断完善、资本市场长足发展、金融产品日趋丰富以及人们的总体收入水平的逐年提高，人们对于个人理财的重视程度逐渐加重。事实上实现理财并不困难，并非非要得到专业的理财人员的建议才能身体力行。只要能够了解自己的收支状况、设定财务目标、拟定策略、编列预算、执行预算到分析成果这六大步骤，便可轻松的达成个人的财务管理。至于要如何预估收入掌握支出进而检讨改进就依赖于平日的财务记录，简单的说记账是实现理财的第一步，尤为重要。</a:t>
            </a:r>
          </a:p>
          <a:p>
            <a:r>
              <a:rPr lang="en-US" altLang="zh-CN" sz="1400" dirty="0">
                <a:latin typeface="宋体" panose="02010600030101010101" pitchFamily="2" charset="-122"/>
                <a:ea typeface="宋体" panose="02010600030101010101" pitchFamily="2" charset="-122"/>
              </a:rPr>
              <a:t>      </a:t>
            </a:r>
            <a:r>
              <a:rPr lang="zh-CN" altLang="zh-CN" sz="1400" dirty="0">
                <a:latin typeface="宋体" panose="02010600030101010101" pitchFamily="2" charset="-122"/>
                <a:ea typeface="宋体" panose="02010600030101010101" pitchFamily="2" charset="-122"/>
              </a:rPr>
              <a:t>最近越来越多的人都养成了记账的习惯，在上班族、学生党既定收入稳定的情况下，采用“节流”的科学理财方式是非常实际的，也是符合个人理财的原则。家庭、个人的收入支出结构在日益发生变化，单纯依靠在本子上记录收支已经无法满足用人们的需求。同时目前移动设备的普及率已经达到一个相当高的程度，其中</a:t>
            </a:r>
            <a:r>
              <a:rPr lang="en-US" altLang="zh-CN" sz="1400" dirty="0">
                <a:latin typeface="宋体" panose="02010600030101010101" pitchFamily="2" charset="-122"/>
                <a:ea typeface="宋体" panose="02010600030101010101" pitchFamily="2" charset="-122"/>
              </a:rPr>
              <a:t>Android</a:t>
            </a:r>
            <a:r>
              <a:rPr lang="zh-CN" altLang="zh-CN" sz="1400" dirty="0">
                <a:latin typeface="宋体" panose="02010600030101010101" pitchFamily="2" charset="-122"/>
                <a:ea typeface="宋体" panose="02010600030101010101" pitchFamily="2" charset="-122"/>
              </a:rPr>
              <a:t>移动设备占据了相当大的比例，除此之外，移动支付的飞速发展，改变了人们的消费习惯，便利了人们的日常生活，这对于发展移动端的记账软件是有着促进作用的。因此开发一个操作简便，结果直观并对个人用户、家庭用户的理财有参考价值的记账</a:t>
            </a:r>
            <a:r>
              <a:rPr lang="en-US" altLang="zh-CN" sz="1400" dirty="0">
                <a:latin typeface="宋体" panose="02010600030101010101" pitchFamily="2" charset="-122"/>
                <a:ea typeface="宋体" panose="02010600030101010101" pitchFamily="2" charset="-122"/>
              </a:rPr>
              <a:t>app</a:t>
            </a:r>
            <a:r>
              <a:rPr lang="zh-CN" altLang="zh-CN" sz="1400" dirty="0">
                <a:latin typeface="宋体" panose="02010600030101010101" pitchFamily="2" charset="-122"/>
                <a:ea typeface="宋体" panose="02010600030101010101" pitchFamily="2" charset="-122"/>
              </a:rPr>
              <a:t>是具有市场前景的。</a:t>
            </a:r>
          </a:p>
          <a:p>
            <a:pPr algn="just">
              <a:lnSpc>
                <a:spcPct val="150000"/>
              </a:lnSpc>
            </a:pPr>
            <a:endParaRPr lang="zh-CN" altLang="en-US"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lnSpc>
                <a:spcPct val="150000"/>
              </a:lnSpc>
            </a:pPr>
            <a:endParaRPr lang="zh-CN" altLang="en-US"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5897CFD3-35FA-4053-A446-6992A6093E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365" y="140613"/>
            <a:ext cx="1219200" cy="1219200"/>
          </a:xfrm>
          <a:prstGeom prst="rect">
            <a:avLst/>
          </a:prstGeom>
        </p:spPr>
      </p:pic>
    </p:spTree>
    <p:extLst>
      <p:ext uri="{BB962C8B-B14F-4D97-AF65-F5344CB8AC3E}">
        <p14:creationId xmlns:p14="http://schemas.microsoft.com/office/powerpoint/2010/main" val="3530773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A8A1D235-26CD-4635-9AF4-2FCAA9B8624B}"/>
              </a:ext>
            </a:extLst>
          </p:cNvPr>
          <p:cNvSpPr/>
          <p:nvPr/>
        </p:nvSpPr>
        <p:spPr>
          <a:xfrm>
            <a:off x="57933" y="0"/>
            <a:ext cx="2108200" cy="6858000"/>
          </a:xfrm>
          <a:prstGeom prst="roundRect">
            <a:avLst>
              <a:gd name="adj" fmla="val 5221"/>
            </a:avLst>
          </a:prstGeom>
          <a:gradFill>
            <a:gsLst>
              <a:gs pos="0">
                <a:srgbClr val="F2A150"/>
              </a:gs>
              <a:gs pos="100000">
                <a:srgbClr val="EE843A"/>
              </a:gs>
            </a:gsLst>
            <a:lin ang="5400000" scaled="1"/>
          </a:gradFill>
          <a:ln w="3175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6" name="直接连接符 45">
            <a:extLst>
              <a:ext uri="{FF2B5EF4-FFF2-40B4-BE49-F238E27FC236}">
                <a16:creationId xmlns:a16="http://schemas.microsoft.com/office/drawing/2014/main" id="{3AAE6762-7D79-429E-A197-4DED6CB9FA8B}"/>
              </a:ext>
            </a:extLst>
          </p:cNvPr>
          <p:cNvCxnSpPr/>
          <p:nvPr/>
        </p:nvCxnSpPr>
        <p:spPr>
          <a:xfrm>
            <a:off x="0" y="201295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3E8FFA0F-2DB6-4890-921D-6AE4A4C9A6BB}"/>
              </a:ext>
            </a:extLst>
          </p:cNvPr>
          <p:cNvSpPr txBox="1"/>
          <p:nvPr/>
        </p:nvSpPr>
        <p:spPr>
          <a:xfrm>
            <a:off x="18868" y="2297400"/>
            <a:ext cx="2108200" cy="338554"/>
          </a:xfrm>
          <a:prstGeom prst="rect">
            <a:avLst/>
          </a:prstGeom>
          <a:noFill/>
        </p:spPr>
        <p:txBody>
          <a:bodyPr wrap="square" rtlCol="0">
            <a:spAutoFit/>
          </a:bodyPr>
          <a:lstStyle/>
          <a:p>
            <a:pPr marR="0" indent="0" algn="ctr" fontAlgn="auto">
              <a:lnSpc>
                <a:spcPct val="100000"/>
              </a:lnSpc>
              <a:spcBef>
                <a:spcPts val="0"/>
              </a:spcBef>
              <a:spcAft>
                <a:spcPts val="0"/>
              </a:spcAft>
              <a:buClrTx/>
              <a:buSzTx/>
              <a:buFontTx/>
              <a:buNone/>
              <a:tabLst/>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背景与意义</a:t>
            </a:r>
          </a:p>
        </p:txBody>
      </p:sp>
      <p:sp>
        <p:nvSpPr>
          <p:cNvPr id="70" name="文本框 69">
            <a:extLst>
              <a:ext uri="{FF2B5EF4-FFF2-40B4-BE49-F238E27FC236}">
                <a16:creationId xmlns:a16="http://schemas.microsoft.com/office/drawing/2014/main" id="{1A516B07-6FCA-4902-88D7-B03D664646D5}"/>
              </a:ext>
            </a:extLst>
          </p:cNvPr>
          <p:cNvSpPr txBox="1"/>
          <p:nvPr/>
        </p:nvSpPr>
        <p:spPr>
          <a:xfrm>
            <a:off x="18868" y="3297188"/>
            <a:ext cx="2108200" cy="400110"/>
          </a:xfrm>
          <a:prstGeom prst="rect">
            <a:avLst/>
          </a:prstGeom>
          <a:noFill/>
        </p:spPr>
        <p:txBody>
          <a:bodyPr wrap="square" rtlCol="0">
            <a:spAutoFit/>
          </a:bodyPr>
          <a:lstStyle/>
          <a:p>
            <a:pPr algn="ctr">
              <a:defRPr/>
            </a:pPr>
            <a:r>
              <a:rPr lang="zh-CN" altLang="en-US" sz="2000" b="1" spc="400" dirty="0">
                <a:solidFill>
                  <a:schemeClr val="bg1"/>
                </a:solidFill>
                <a:latin typeface="微软雅黑" panose="020B0503020204020204" pitchFamily="34" charset="-122"/>
                <a:ea typeface="微软雅黑" panose="020B0503020204020204" pitchFamily="34" charset="-122"/>
              </a:rPr>
              <a:t>实现目标</a:t>
            </a:r>
          </a:p>
        </p:txBody>
      </p:sp>
      <p:sp>
        <p:nvSpPr>
          <p:cNvPr id="73" name="文本框 72">
            <a:extLst>
              <a:ext uri="{FF2B5EF4-FFF2-40B4-BE49-F238E27FC236}">
                <a16:creationId xmlns:a16="http://schemas.microsoft.com/office/drawing/2014/main" id="{F5BBF62C-D0A5-4D90-9644-6D881BA3D19E}"/>
              </a:ext>
            </a:extLst>
          </p:cNvPr>
          <p:cNvSpPr txBox="1"/>
          <p:nvPr/>
        </p:nvSpPr>
        <p:spPr>
          <a:xfrm>
            <a:off x="18868" y="426619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数据库截图</a:t>
            </a:r>
          </a:p>
        </p:txBody>
      </p:sp>
      <p:sp>
        <p:nvSpPr>
          <p:cNvPr id="76" name="文本框 75">
            <a:extLst>
              <a:ext uri="{FF2B5EF4-FFF2-40B4-BE49-F238E27FC236}">
                <a16:creationId xmlns:a16="http://schemas.microsoft.com/office/drawing/2014/main" id="{2E28A4A5-05F0-4BFC-B78C-702F1287A0D5}"/>
              </a:ext>
            </a:extLst>
          </p:cNvPr>
          <p:cNvSpPr txBox="1"/>
          <p:nvPr/>
        </p:nvSpPr>
        <p:spPr>
          <a:xfrm>
            <a:off x="-158931" y="5212789"/>
            <a:ext cx="2463798" cy="338554"/>
          </a:xfrm>
          <a:prstGeom prst="rect">
            <a:avLst/>
          </a:prstGeom>
          <a:noFill/>
        </p:spPr>
        <p:txBody>
          <a:bodyPr wrap="square" rtlCol="0">
            <a:spAutoFit/>
          </a:bodyPr>
          <a:lstStyle/>
          <a:p>
            <a:pPr algn="ctr">
              <a:defRPr/>
            </a:pPr>
            <a:r>
              <a:rPr lang="en-US" altLang="zh-CN" sz="1600" spc="400" dirty="0">
                <a:solidFill>
                  <a:schemeClr val="bg1">
                    <a:alpha val="21000"/>
                  </a:schemeClr>
                </a:solidFill>
                <a:latin typeface="微软雅黑" panose="020B0503020204020204" pitchFamily="34" charset="-122"/>
                <a:ea typeface="微软雅黑" panose="020B0503020204020204" pitchFamily="34" charset="-122"/>
              </a:rPr>
              <a:t>App</a:t>
            </a: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截图</a:t>
            </a:r>
          </a:p>
        </p:txBody>
      </p:sp>
      <p:sp>
        <p:nvSpPr>
          <p:cNvPr id="79" name="文本框 78">
            <a:extLst>
              <a:ext uri="{FF2B5EF4-FFF2-40B4-BE49-F238E27FC236}">
                <a16:creationId xmlns:a16="http://schemas.microsoft.com/office/drawing/2014/main" id="{C31F6A08-2FE7-4018-8CD8-1034CD499F55}"/>
              </a:ext>
            </a:extLst>
          </p:cNvPr>
          <p:cNvSpPr txBox="1"/>
          <p:nvPr/>
        </p:nvSpPr>
        <p:spPr>
          <a:xfrm>
            <a:off x="18868" y="620421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演示</a:t>
            </a:r>
          </a:p>
        </p:txBody>
      </p:sp>
      <p:sp>
        <p:nvSpPr>
          <p:cNvPr id="47" name="矩形 46" hidden="1">
            <a:extLst>
              <a:ext uri="{FF2B5EF4-FFF2-40B4-BE49-F238E27FC236}">
                <a16:creationId xmlns:a16="http://schemas.microsoft.com/office/drawing/2014/main" id="{BAD093D8-EBE7-48EA-ACFF-E99F798F1A0C}"/>
              </a:ext>
            </a:extLst>
          </p:cNvPr>
          <p:cNvSpPr/>
          <p:nvPr/>
        </p:nvSpPr>
        <p:spPr>
          <a:xfrm>
            <a:off x="2108200" y="2012950"/>
            <a:ext cx="2108200" cy="4845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D341433-8CB3-49FD-8851-37DF668A2BF1}"/>
              </a:ext>
            </a:extLst>
          </p:cNvPr>
          <p:cNvCxnSpPr/>
          <p:nvPr/>
        </p:nvCxnSpPr>
        <p:spPr>
          <a:xfrm>
            <a:off x="0" y="298196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440350D7-9E4D-41BB-B89C-C0CCAD46D800}"/>
              </a:ext>
            </a:extLst>
          </p:cNvPr>
          <p:cNvCxnSpPr/>
          <p:nvPr/>
        </p:nvCxnSpPr>
        <p:spPr>
          <a:xfrm>
            <a:off x="0" y="395097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B466572-3408-4716-91DC-8149BB1DAA65}"/>
              </a:ext>
            </a:extLst>
          </p:cNvPr>
          <p:cNvCxnSpPr/>
          <p:nvPr/>
        </p:nvCxnSpPr>
        <p:spPr>
          <a:xfrm>
            <a:off x="0" y="491998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06A106A-FCED-4700-89F5-A190BFE5AB97}"/>
              </a:ext>
            </a:extLst>
          </p:cNvPr>
          <p:cNvCxnSpPr/>
          <p:nvPr/>
        </p:nvCxnSpPr>
        <p:spPr>
          <a:xfrm>
            <a:off x="0" y="588899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sp>
        <p:nvSpPr>
          <p:cNvPr id="2" name="矩形 1" hidden="1">
            <a:extLst>
              <a:ext uri="{FF2B5EF4-FFF2-40B4-BE49-F238E27FC236}">
                <a16:creationId xmlns:a16="http://schemas.microsoft.com/office/drawing/2014/main" id="{EFD3EDEC-6897-4675-96C3-0A4DCF0827AB}"/>
              </a:ext>
            </a:extLst>
          </p:cNvPr>
          <p:cNvSpPr/>
          <p:nvPr/>
        </p:nvSpPr>
        <p:spPr>
          <a:xfrm>
            <a:off x="2819400" y="0"/>
            <a:ext cx="2278117"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任意多边形: 形状 67" hidden="1">
            <a:extLst>
              <a:ext uri="{FF2B5EF4-FFF2-40B4-BE49-F238E27FC236}">
                <a16:creationId xmlns:a16="http://schemas.microsoft.com/office/drawing/2014/main" id="{95CB9198-DDE9-4D4A-B6B0-892E88B643ED}"/>
              </a:ext>
            </a:extLst>
          </p:cNvPr>
          <p:cNvSpPr/>
          <p:nvPr/>
        </p:nvSpPr>
        <p:spPr>
          <a:xfrm>
            <a:off x="2145936" y="2286000"/>
            <a:ext cx="10027196" cy="2286000"/>
          </a:xfrm>
          <a:custGeom>
            <a:avLst/>
            <a:gdLst>
              <a:gd name="connsiteX0" fmla="*/ 0 w 2278117"/>
              <a:gd name="connsiteY0" fmla="*/ 0 h 2286000"/>
              <a:gd name="connsiteX1" fmla="*/ 2278117 w 2278117"/>
              <a:gd name="connsiteY1" fmla="*/ 0 h 2286000"/>
              <a:gd name="connsiteX2" fmla="*/ 2278117 w 2278117"/>
              <a:gd name="connsiteY2" fmla="*/ 2286000 h 2286000"/>
              <a:gd name="connsiteX3" fmla="*/ 0 w 2278117"/>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78117" h="2286000">
                <a:moveTo>
                  <a:pt x="0" y="0"/>
                </a:moveTo>
                <a:lnTo>
                  <a:pt x="2278117" y="0"/>
                </a:lnTo>
                <a:lnTo>
                  <a:pt x="2278117" y="2286000"/>
                </a:lnTo>
                <a:lnTo>
                  <a:pt x="0" y="22860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8" name="直接连接符 77" hidden="1">
            <a:extLst>
              <a:ext uri="{FF2B5EF4-FFF2-40B4-BE49-F238E27FC236}">
                <a16:creationId xmlns:a16="http://schemas.microsoft.com/office/drawing/2014/main" id="{D63E21C8-FC21-4A5F-8CC6-032254C09397}"/>
              </a:ext>
            </a:extLst>
          </p:cNvPr>
          <p:cNvCxnSpPr>
            <a:cxnSpLocks/>
          </p:cNvCxnSpPr>
          <p:nvPr/>
        </p:nvCxnSpPr>
        <p:spPr>
          <a:xfrm flipV="1">
            <a:off x="4408379" y="1665728"/>
            <a:ext cx="6226587" cy="12232"/>
          </a:xfrm>
          <a:prstGeom prst="line">
            <a:avLst/>
          </a:prstGeom>
          <a:ln w="12700">
            <a:solidFill>
              <a:srgbClr val="EF893E"/>
            </a:solidFill>
          </a:ln>
        </p:spPr>
        <p:style>
          <a:lnRef idx="1">
            <a:schemeClr val="accent1"/>
          </a:lnRef>
          <a:fillRef idx="0">
            <a:schemeClr val="accent1"/>
          </a:fillRef>
          <a:effectRef idx="0">
            <a:schemeClr val="accent1"/>
          </a:effectRef>
          <a:fontRef idx="minor">
            <a:schemeClr val="tx1"/>
          </a:fontRef>
        </p:style>
      </p:cxnSp>
      <p:pic>
        <p:nvPicPr>
          <p:cNvPr id="80" name="图片 79">
            <a:extLst>
              <a:ext uri="{FF2B5EF4-FFF2-40B4-BE49-F238E27FC236}">
                <a16:creationId xmlns:a16="http://schemas.microsoft.com/office/drawing/2014/main" id="{3AF4F078-100E-42F5-A5E4-7EEA6E589D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433" y="297206"/>
            <a:ext cx="1219200" cy="1219200"/>
          </a:xfrm>
          <a:prstGeom prst="rect">
            <a:avLst/>
          </a:prstGeom>
        </p:spPr>
      </p:pic>
      <p:sp>
        <p:nvSpPr>
          <p:cNvPr id="81" name="矩形 80">
            <a:extLst>
              <a:ext uri="{FF2B5EF4-FFF2-40B4-BE49-F238E27FC236}">
                <a16:creationId xmlns:a16="http://schemas.microsoft.com/office/drawing/2014/main" id="{6C813142-D943-4DC3-A7CB-4CE89DD6A62C}"/>
              </a:ext>
            </a:extLst>
          </p:cNvPr>
          <p:cNvSpPr/>
          <p:nvPr/>
        </p:nvSpPr>
        <p:spPr>
          <a:xfrm>
            <a:off x="2819400" y="644013"/>
            <a:ext cx="4305300" cy="2743200"/>
          </a:xfrm>
          <a:prstGeom prst="rect">
            <a:avLst/>
          </a:prstGeom>
          <a:solidFill>
            <a:srgbClr val="F2F2F2"/>
          </a:solidFill>
          <a:ln w="1270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a:extLst>
              <a:ext uri="{FF2B5EF4-FFF2-40B4-BE49-F238E27FC236}">
                <a16:creationId xmlns:a16="http://schemas.microsoft.com/office/drawing/2014/main" id="{76BA8962-04F3-4837-BC06-6ADB2402899A}"/>
              </a:ext>
            </a:extLst>
          </p:cNvPr>
          <p:cNvSpPr/>
          <p:nvPr/>
        </p:nvSpPr>
        <p:spPr>
          <a:xfrm>
            <a:off x="7219950" y="644013"/>
            <a:ext cx="4305300" cy="2743200"/>
          </a:xfrm>
          <a:prstGeom prst="rect">
            <a:avLst/>
          </a:prstGeom>
          <a:solidFill>
            <a:srgbClr val="F2F2F2"/>
          </a:solidFill>
          <a:ln w="1270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id="{42BC7143-6FF0-4B1B-8DE8-16432C35BE5D}"/>
              </a:ext>
            </a:extLst>
          </p:cNvPr>
          <p:cNvSpPr/>
          <p:nvPr/>
        </p:nvSpPr>
        <p:spPr>
          <a:xfrm>
            <a:off x="2819400" y="3494088"/>
            <a:ext cx="4305300" cy="2743200"/>
          </a:xfrm>
          <a:prstGeom prst="rect">
            <a:avLst/>
          </a:prstGeom>
          <a:solidFill>
            <a:srgbClr val="F2F2F2"/>
          </a:solidFill>
          <a:ln w="1270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a:extLst>
              <a:ext uri="{FF2B5EF4-FFF2-40B4-BE49-F238E27FC236}">
                <a16:creationId xmlns:a16="http://schemas.microsoft.com/office/drawing/2014/main" id="{D392E72A-A5FC-4206-B26C-48886901DEB9}"/>
              </a:ext>
            </a:extLst>
          </p:cNvPr>
          <p:cNvSpPr/>
          <p:nvPr/>
        </p:nvSpPr>
        <p:spPr>
          <a:xfrm>
            <a:off x="7219950" y="3494088"/>
            <a:ext cx="4305300" cy="2743200"/>
          </a:xfrm>
          <a:prstGeom prst="rect">
            <a:avLst/>
          </a:prstGeom>
          <a:solidFill>
            <a:srgbClr val="F2F2F2"/>
          </a:solidFill>
          <a:ln w="1270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形状 84">
            <a:extLst>
              <a:ext uri="{FF2B5EF4-FFF2-40B4-BE49-F238E27FC236}">
                <a16:creationId xmlns:a16="http://schemas.microsoft.com/office/drawing/2014/main" id="{A920D72C-2927-4C72-8F79-362D1E0F7D21}"/>
              </a:ext>
            </a:extLst>
          </p:cNvPr>
          <p:cNvSpPr/>
          <p:nvPr/>
        </p:nvSpPr>
        <p:spPr>
          <a:xfrm>
            <a:off x="2819400" y="644013"/>
            <a:ext cx="921104" cy="921104"/>
          </a:xfrm>
          <a:custGeom>
            <a:avLst/>
            <a:gdLst>
              <a:gd name="connsiteX0" fmla="*/ 0 w 921104"/>
              <a:gd name="connsiteY0" fmla="*/ 0 h 921104"/>
              <a:gd name="connsiteX1" fmla="*/ 921104 w 921104"/>
              <a:gd name="connsiteY1" fmla="*/ 0 h 921104"/>
              <a:gd name="connsiteX2" fmla="*/ 0 w 921104"/>
              <a:gd name="connsiteY2" fmla="*/ 921104 h 921104"/>
            </a:gdLst>
            <a:ahLst/>
            <a:cxnLst>
              <a:cxn ang="0">
                <a:pos x="connsiteX0" y="connsiteY0"/>
              </a:cxn>
              <a:cxn ang="0">
                <a:pos x="connsiteX1" y="connsiteY1"/>
              </a:cxn>
              <a:cxn ang="0">
                <a:pos x="connsiteX2" y="connsiteY2"/>
              </a:cxn>
            </a:cxnLst>
            <a:rect l="l" t="t" r="r" b="b"/>
            <a:pathLst>
              <a:path w="921104" h="921104">
                <a:moveTo>
                  <a:pt x="0" y="0"/>
                </a:moveTo>
                <a:lnTo>
                  <a:pt x="921104" y="0"/>
                </a:lnTo>
                <a:lnTo>
                  <a:pt x="0" y="921104"/>
                </a:lnTo>
                <a:close/>
              </a:path>
            </a:pathLst>
          </a:custGeom>
          <a:gradFill>
            <a:gsLst>
              <a:gs pos="0">
                <a:srgbClr val="F2A150"/>
              </a:gs>
              <a:gs pos="100000">
                <a:srgbClr val="EE843A"/>
              </a:gs>
            </a:gsLst>
            <a:lin ang="5400000" scaled="1"/>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85">
            <a:extLst>
              <a:ext uri="{FF2B5EF4-FFF2-40B4-BE49-F238E27FC236}">
                <a16:creationId xmlns:a16="http://schemas.microsoft.com/office/drawing/2014/main" id="{BFC9DC82-95F4-4F49-B072-783080C5F82D}"/>
              </a:ext>
            </a:extLst>
          </p:cNvPr>
          <p:cNvSpPr/>
          <p:nvPr/>
        </p:nvSpPr>
        <p:spPr>
          <a:xfrm flipH="1">
            <a:off x="10604146" y="644013"/>
            <a:ext cx="921104" cy="921104"/>
          </a:xfrm>
          <a:custGeom>
            <a:avLst/>
            <a:gdLst>
              <a:gd name="connsiteX0" fmla="*/ 0 w 921104"/>
              <a:gd name="connsiteY0" fmla="*/ 0 h 921104"/>
              <a:gd name="connsiteX1" fmla="*/ 921104 w 921104"/>
              <a:gd name="connsiteY1" fmla="*/ 0 h 921104"/>
              <a:gd name="connsiteX2" fmla="*/ 0 w 921104"/>
              <a:gd name="connsiteY2" fmla="*/ 921104 h 921104"/>
            </a:gdLst>
            <a:ahLst/>
            <a:cxnLst>
              <a:cxn ang="0">
                <a:pos x="connsiteX0" y="connsiteY0"/>
              </a:cxn>
              <a:cxn ang="0">
                <a:pos x="connsiteX1" y="connsiteY1"/>
              </a:cxn>
              <a:cxn ang="0">
                <a:pos x="connsiteX2" y="connsiteY2"/>
              </a:cxn>
            </a:cxnLst>
            <a:rect l="l" t="t" r="r" b="b"/>
            <a:pathLst>
              <a:path w="921104" h="921104">
                <a:moveTo>
                  <a:pt x="0" y="0"/>
                </a:moveTo>
                <a:lnTo>
                  <a:pt x="921104" y="0"/>
                </a:lnTo>
                <a:lnTo>
                  <a:pt x="0" y="921104"/>
                </a:lnTo>
                <a:close/>
              </a:path>
            </a:pathLst>
          </a:custGeom>
          <a:gradFill>
            <a:gsLst>
              <a:gs pos="0">
                <a:srgbClr val="F2A150"/>
              </a:gs>
              <a:gs pos="100000">
                <a:srgbClr val="EE843A"/>
              </a:gs>
            </a:gsLst>
            <a:lin ang="5400000" scaled="1"/>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任意多边形: 形状 86">
            <a:extLst>
              <a:ext uri="{FF2B5EF4-FFF2-40B4-BE49-F238E27FC236}">
                <a16:creationId xmlns:a16="http://schemas.microsoft.com/office/drawing/2014/main" id="{CB20622D-9892-4F5A-AA60-840B4F1AE7FD}"/>
              </a:ext>
            </a:extLst>
          </p:cNvPr>
          <p:cNvSpPr/>
          <p:nvPr/>
        </p:nvSpPr>
        <p:spPr>
          <a:xfrm flipV="1">
            <a:off x="2819400" y="5316184"/>
            <a:ext cx="921104" cy="921104"/>
          </a:xfrm>
          <a:custGeom>
            <a:avLst/>
            <a:gdLst>
              <a:gd name="connsiteX0" fmla="*/ 0 w 921104"/>
              <a:gd name="connsiteY0" fmla="*/ 0 h 921104"/>
              <a:gd name="connsiteX1" fmla="*/ 921104 w 921104"/>
              <a:gd name="connsiteY1" fmla="*/ 0 h 921104"/>
              <a:gd name="connsiteX2" fmla="*/ 0 w 921104"/>
              <a:gd name="connsiteY2" fmla="*/ 921104 h 921104"/>
            </a:gdLst>
            <a:ahLst/>
            <a:cxnLst>
              <a:cxn ang="0">
                <a:pos x="connsiteX0" y="connsiteY0"/>
              </a:cxn>
              <a:cxn ang="0">
                <a:pos x="connsiteX1" y="connsiteY1"/>
              </a:cxn>
              <a:cxn ang="0">
                <a:pos x="connsiteX2" y="connsiteY2"/>
              </a:cxn>
            </a:cxnLst>
            <a:rect l="l" t="t" r="r" b="b"/>
            <a:pathLst>
              <a:path w="921104" h="921104">
                <a:moveTo>
                  <a:pt x="0" y="0"/>
                </a:moveTo>
                <a:lnTo>
                  <a:pt x="921104" y="0"/>
                </a:lnTo>
                <a:lnTo>
                  <a:pt x="0" y="921104"/>
                </a:lnTo>
                <a:close/>
              </a:path>
            </a:pathLst>
          </a:custGeom>
          <a:gradFill>
            <a:gsLst>
              <a:gs pos="0">
                <a:srgbClr val="F2A150"/>
              </a:gs>
              <a:gs pos="100000">
                <a:srgbClr val="EE843A"/>
              </a:gs>
            </a:gsLst>
            <a:lin ang="5400000" scaled="1"/>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任意多边形: 形状 87">
            <a:extLst>
              <a:ext uri="{FF2B5EF4-FFF2-40B4-BE49-F238E27FC236}">
                <a16:creationId xmlns:a16="http://schemas.microsoft.com/office/drawing/2014/main" id="{9B6FAE34-FA0B-4EAC-9CEC-4DEEFE7073D8}"/>
              </a:ext>
            </a:extLst>
          </p:cNvPr>
          <p:cNvSpPr/>
          <p:nvPr/>
        </p:nvSpPr>
        <p:spPr>
          <a:xfrm flipH="1" flipV="1">
            <a:off x="10604146" y="5316184"/>
            <a:ext cx="921104" cy="921104"/>
          </a:xfrm>
          <a:custGeom>
            <a:avLst/>
            <a:gdLst>
              <a:gd name="connsiteX0" fmla="*/ 0 w 921104"/>
              <a:gd name="connsiteY0" fmla="*/ 0 h 921104"/>
              <a:gd name="connsiteX1" fmla="*/ 921104 w 921104"/>
              <a:gd name="connsiteY1" fmla="*/ 0 h 921104"/>
              <a:gd name="connsiteX2" fmla="*/ 0 w 921104"/>
              <a:gd name="connsiteY2" fmla="*/ 921104 h 921104"/>
            </a:gdLst>
            <a:ahLst/>
            <a:cxnLst>
              <a:cxn ang="0">
                <a:pos x="connsiteX0" y="connsiteY0"/>
              </a:cxn>
              <a:cxn ang="0">
                <a:pos x="connsiteX1" y="connsiteY1"/>
              </a:cxn>
              <a:cxn ang="0">
                <a:pos x="connsiteX2" y="connsiteY2"/>
              </a:cxn>
            </a:cxnLst>
            <a:rect l="l" t="t" r="r" b="b"/>
            <a:pathLst>
              <a:path w="921104" h="921104">
                <a:moveTo>
                  <a:pt x="0" y="0"/>
                </a:moveTo>
                <a:lnTo>
                  <a:pt x="921104" y="0"/>
                </a:lnTo>
                <a:lnTo>
                  <a:pt x="0" y="921104"/>
                </a:lnTo>
                <a:close/>
              </a:path>
            </a:pathLst>
          </a:custGeom>
          <a:gradFill>
            <a:gsLst>
              <a:gs pos="0">
                <a:srgbClr val="F2A150"/>
              </a:gs>
              <a:gs pos="100000">
                <a:srgbClr val="EE843A"/>
              </a:gs>
            </a:gsLst>
            <a:lin ang="5400000" scaled="1"/>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9CF3F720-FE9A-4392-B621-CE5D83307C18}"/>
              </a:ext>
            </a:extLst>
          </p:cNvPr>
          <p:cNvSpPr/>
          <p:nvPr/>
        </p:nvSpPr>
        <p:spPr>
          <a:xfrm>
            <a:off x="6261100" y="2514600"/>
            <a:ext cx="1854200" cy="1854200"/>
          </a:xfrm>
          <a:prstGeom prst="ellipse">
            <a:avLst/>
          </a:prstGeom>
          <a:gradFill>
            <a:gsLst>
              <a:gs pos="0">
                <a:srgbClr val="F2A150"/>
              </a:gs>
              <a:gs pos="100000">
                <a:srgbClr val="EE843A"/>
              </a:gs>
            </a:gsLst>
            <a:lin ang="5400000" scaled="1"/>
          </a:gradFill>
          <a:ln w="31750">
            <a:no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0" name="图形 89">
            <a:extLst>
              <a:ext uri="{FF2B5EF4-FFF2-40B4-BE49-F238E27FC236}">
                <a16:creationId xmlns:a16="http://schemas.microsoft.com/office/drawing/2014/main" id="{37D9E277-0A0A-4706-AF4F-DFE3ED72A6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12386" y="3065886"/>
            <a:ext cx="751628" cy="751628"/>
          </a:xfrm>
          <a:prstGeom prst="rect">
            <a:avLst/>
          </a:prstGeom>
        </p:spPr>
      </p:pic>
      <p:sp>
        <p:nvSpPr>
          <p:cNvPr id="93" name="文本框 92">
            <a:extLst>
              <a:ext uri="{FF2B5EF4-FFF2-40B4-BE49-F238E27FC236}">
                <a16:creationId xmlns:a16="http://schemas.microsoft.com/office/drawing/2014/main" id="{07838612-8147-4B94-B33A-FCBD18B854B6}"/>
              </a:ext>
            </a:extLst>
          </p:cNvPr>
          <p:cNvSpPr txBox="1"/>
          <p:nvPr/>
        </p:nvSpPr>
        <p:spPr>
          <a:xfrm>
            <a:off x="3105369" y="1104697"/>
            <a:ext cx="1463158" cy="461665"/>
          </a:xfrm>
          <a:prstGeom prst="rect">
            <a:avLst/>
          </a:prstGeom>
          <a:noFill/>
        </p:spPr>
        <p:txBody>
          <a:bodyPr wrap="square" rtlCol="0">
            <a:spAutoFit/>
          </a:bodyPr>
          <a:lstStyle/>
          <a:p>
            <a:pPr algn="ctr"/>
            <a:r>
              <a:rPr lang="zh-CN" altLang="en-US" sz="2400" dirty="0">
                <a:solidFill>
                  <a:schemeClr val="tx1">
                    <a:lumMod val="50000"/>
                    <a:lumOff val="50000"/>
                  </a:schemeClr>
                </a:solidFill>
                <a:latin typeface="思源宋体 CN Heavy" panose="02020900000000000000" pitchFamily="18" charset="-122"/>
                <a:ea typeface="思源宋体 CN Heavy" panose="02020900000000000000" pitchFamily="18" charset="-122"/>
              </a:rPr>
              <a:t>个人记账</a:t>
            </a:r>
          </a:p>
        </p:txBody>
      </p:sp>
      <p:sp>
        <p:nvSpPr>
          <p:cNvPr id="95" name="文本框 94">
            <a:extLst>
              <a:ext uri="{FF2B5EF4-FFF2-40B4-BE49-F238E27FC236}">
                <a16:creationId xmlns:a16="http://schemas.microsoft.com/office/drawing/2014/main" id="{B07F8FBF-170F-4455-A6BA-2C5DC47F152E}"/>
              </a:ext>
            </a:extLst>
          </p:cNvPr>
          <p:cNvSpPr txBox="1"/>
          <p:nvPr/>
        </p:nvSpPr>
        <p:spPr>
          <a:xfrm>
            <a:off x="3105369" y="3941287"/>
            <a:ext cx="1463158" cy="461665"/>
          </a:xfrm>
          <a:prstGeom prst="rect">
            <a:avLst/>
          </a:prstGeom>
          <a:noFill/>
        </p:spPr>
        <p:txBody>
          <a:bodyPr wrap="square" rtlCol="0">
            <a:spAutoFit/>
          </a:bodyPr>
          <a:lstStyle/>
          <a:p>
            <a:pPr algn="ctr"/>
            <a:r>
              <a:rPr lang="zh-CN" altLang="en-US" sz="2400" dirty="0">
                <a:solidFill>
                  <a:schemeClr val="tx1">
                    <a:lumMod val="50000"/>
                    <a:lumOff val="50000"/>
                  </a:schemeClr>
                </a:solidFill>
                <a:latin typeface="思源宋体 CN Heavy" panose="02020900000000000000" pitchFamily="18" charset="-122"/>
                <a:ea typeface="思源宋体 CN Heavy" panose="02020900000000000000" pitchFamily="18" charset="-122"/>
              </a:rPr>
              <a:t>数据分析</a:t>
            </a:r>
          </a:p>
        </p:txBody>
      </p:sp>
      <p:sp>
        <p:nvSpPr>
          <p:cNvPr id="101" name="文本框 100">
            <a:extLst>
              <a:ext uri="{FF2B5EF4-FFF2-40B4-BE49-F238E27FC236}">
                <a16:creationId xmlns:a16="http://schemas.microsoft.com/office/drawing/2014/main" id="{8AD620F9-1C50-41C8-8B45-EA04BF0AA5A6}"/>
              </a:ext>
            </a:extLst>
          </p:cNvPr>
          <p:cNvSpPr txBox="1"/>
          <p:nvPr/>
        </p:nvSpPr>
        <p:spPr>
          <a:xfrm>
            <a:off x="9657498" y="3941287"/>
            <a:ext cx="1463158" cy="461665"/>
          </a:xfrm>
          <a:prstGeom prst="rect">
            <a:avLst/>
          </a:prstGeom>
          <a:noFill/>
        </p:spPr>
        <p:txBody>
          <a:bodyPr wrap="square" rtlCol="0">
            <a:spAutoFit/>
          </a:bodyPr>
          <a:lstStyle/>
          <a:p>
            <a:pPr algn="r"/>
            <a:r>
              <a:rPr lang="zh-CN" altLang="en-US" sz="2400" dirty="0">
                <a:solidFill>
                  <a:schemeClr val="tx1">
                    <a:lumMod val="50000"/>
                    <a:lumOff val="50000"/>
                  </a:schemeClr>
                </a:solidFill>
                <a:latin typeface="思源宋体 CN Heavy" panose="02020900000000000000" pitchFamily="18" charset="-122"/>
                <a:ea typeface="思源宋体 CN Heavy" panose="02020900000000000000" pitchFamily="18" charset="-122"/>
              </a:rPr>
              <a:t>精简效率</a:t>
            </a:r>
          </a:p>
        </p:txBody>
      </p:sp>
      <p:sp>
        <p:nvSpPr>
          <p:cNvPr id="103" name="文本框 102">
            <a:extLst>
              <a:ext uri="{FF2B5EF4-FFF2-40B4-BE49-F238E27FC236}">
                <a16:creationId xmlns:a16="http://schemas.microsoft.com/office/drawing/2014/main" id="{684EF71C-AA1D-47FB-AD8B-DFA556CAA6FA}"/>
              </a:ext>
            </a:extLst>
          </p:cNvPr>
          <p:cNvSpPr txBox="1"/>
          <p:nvPr/>
        </p:nvSpPr>
        <p:spPr>
          <a:xfrm>
            <a:off x="9657498" y="1104697"/>
            <a:ext cx="1463158" cy="461665"/>
          </a:xfrm>
          <a:prstGeom prst="rect">
            <a:avLst/>
          </a:prstGeom>
          <a:noFill/>
        </p:spPr>
        <p:txBody>
          <a:bodyPr wrap="square" rtlCol="0">
            <a:spAutoFit/>
          </a:bodyPr>
          <a:lstStyle/>
          <a:p>
            <a:pPr algn="r"/>
            <a:r>
              <a:rPr lang="zh-CN" altLang="en-US" sz="2400" dirty="0">
                <a:solidFill>
                  <a:schemeClr val="tx1">
                    <a:lumMod val="50000"/>
                    <a:lumOff val="50000"/>
                  </a:schemeClr>
                </a:solidFill>
                <a:latin typeface="思源宋体 CN Heavy" panose="02020900000000000000" pitchFamily="18" charset="-122"/>
                <a:ea typeface="思源宋体 CN Heavy" panose="02020900000000000000" pitchFamily="18" charset="-122"/>
              </a:rPr>
              <a:t>家庭收支</a:t>
            </a:r>
          </a:p>
        </p:txBody>
      </p:sp>
    </p:spTree>
    <p:extLst>
      <p:ext uri="{BB962C8B-B14F-4D97-AF65-F5344CB8AC3E}">
        <p14:creationId xmlns:p14="http://schemas.microsoft.com/office/powerpoint/2010/main" val="294465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A8A1D235-26CD-4635-9AF4-2FCAA9B8624B}"/>
              </a:ext>
            </a:extLst>
          </p:cNvPr>
          <p:cNvSpPr/>
          <p:nvPr/>
        </p:nvSpPr>
        <p:spPr>
          <a:xfrm>
            <a:off x="-1" y="-2513"/>
            <a:ext cx="2108200" cy="6858000"/>
          </a:xfrm>
          <a:prstGeom prst="roundRect">
            <a:avLst>
              <a:gd name="adj" fmla="val 5221"/>
            </a:avLst>
          </a:prstGeom>
          <a:gradFill>
            <a:gsLst>
              <a:gs pos="0">
                <a:srgbClr val="F2A150"/>
              </a:gs>
              <a:gs pos="100000">
                <a:srgbClr val="EE843A"/>
              </a:gs>
            </a:gsLst>
            <a:lin ang="5400000" scaled="1"/>
          </a:gradFill>
          <a:ln w="3175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6" name="直接连接符 45">
            <a:extLst>
              <a:ext uri="{FF2B5EF4-FFF2-40B4-BE49-F238E27FC236}">
                <a16:creationId xmlns:a16="http://schemas.microsoft.com/office/drawing/2014/main" id="{3AAE6762-7D79-429E-A197-4DED6CB9FA8B}"/>
              </a:ext>
            </a:extLst>
          </p:cNvPr>
          <p:cNvCxnSpPr/>
          <p:nvPr/>
        </p:nvCxnSpPr>
        <p:spPr>
          <a:xfrm>
            <a:off x="0" y="201295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3E8FFA0F-2DB6-4890-921D-6AE4A4C9A6BB}"/>
              </a:ext>
            </a:extLst>
          </p:cNvPr>
          <p:cNvSpPr txBox="1"/>
          <p:nvPr/>
        </p:nvSpPr>
        <p:spPr>
          <a:xfrm>
            <a:off x="18868" y="2297400"/>
            <a:ext cx="2108200" cy="338554"/>
          </a:xfrm>
          <a:prstGeom prst="rect">
            <a:avLst/>
          </a:prstGeom>
          <a:noFill/>
        </p:spPr>
        <p:txBody>
          <a:bodyPr wrap="square" rtlCol="0">
            <a:spAutoFit/>
          </a:bodyPr>
          <a:lstStyle/>
          <a:p>
            <a:pPr marR="0" indent="0" algn="ctr" fontAlgn="auto">
              <a:lnSpc>
                <a:spcPct val="100000"/>
              </a:lnSpc>
              <a:spcBef>
                <a:spcPts val="0"/>
              </a:spcBef>
              <a:spcAft>
                <a:spcPts val="0"/>
              </a:spcAft>
              <a:buClrTx/>
              <a:buSzTx/>
              <a:buFontTx/>
              <a:buNone/>
              <a:tabLst/>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背景与意义</a:t>
            </a:r>
          </a:p>
        </p:txBody>
      </p:sp>
      <p:sp>
        <p:nvSpPr>
          <p:cNvPr id="70" name="文本框 69">
            <a:extLst>
              <a:ext uri="{FF2B5EF4-FFF2-40B4-BE49-F238E27FC236}">
                <a16:creationId xmlns:a16="http://schemas.microsoft.com/office/drawing/2014/main" id="{1A516B07-6FCA-4902-88D7-B03D664646D5}"/>
              </a:ext>
            </a:extLst>
          </p:cNvPr>
          <p:cNvSpPr txBox="1"/>
          <p:nvPr/>
        </p:nvSpPr>
        <p:spPr>
          <a:xfrm>
            <a:off x="18868" y="3297188"/>
            <a:ext cx="2108200" cy="338554"/>
          </a:xfrm>
          <a:prstGeom prst="rect">
            <a:avLst/>
          </a:prstGeom>
          <a:noFill/>
        </p:spPr>
        <p:txBody>
          <a:bodyPr wrap="square" rtlCol="0">
            <a:spAutoFit/>
          </a:bodyPr>
          <a:lstStyle/>
          <a:p>
            <a:pPr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实现目标</a:t>
            </a:r>
          </a:p>
        </p:txBody>
      </p:sp>
      <p:sp>
        <p:nvSpPr>
          <p:cNvPr id="73" name="文本框 72">
            <a:extLst>
              <a:ext uri="{FF2B5EF4-FFF2-40B4-BE49-F238E27FC236}">
                <a16:creationId xmlns:a16="http://schemas.microsoft.com/office/drawing/2014/main" id="{F5BBF62C-D0A5-4D90-9644-6D881BA3D19E}"/>
              </a:ext>
            </a:extLst>
          </p:cNvPr>
          <p:cNvSpPr txBox="1"/>
          <p:nvPr/>
        </p:nvSpPr>
        <p:spPr>
          <a:xfrm>
            <a:off x="18868" y="4266198"/>
            <a:ext cx="2108200" cy="400110"/>
          </a:xfrm>
          <a:prstGeom prst="rect">
            <a:avLst/>
          </a:prstGeom>
          <a:noFill/>
        </p:spPr>
        <p:txBody>
          <a:bodyPr wrap="square" rtlCol="0">
            <a:spAutoFit/>
          </a:bodyPr>
          <a:lstStyle/>
          <a:p>
            <a:pPr lvl="0" algn="ctr">
              <a:defRPr/>
            </a:pPr>
            <a:r>
              <a:rPr lang="zh-CN" altLang="en-US" sz="2000" b="1" spc="400" dirty="0">
                <a:solidFill>
                  <a:schemeClr val="bg1"/>
                </a:solidFill>
                <a:latin typeface="微软雅黑" panose="020B0503020204020204" pitchFamily="34" charset="-122"/>
                <a:ea typeface="微软雅黑" panose="020B0503020204020204" pitchFamily="34" charset="-122"/>
              </a:rPr>
              <a:t>数据库截图</a:t>
            </a:r>
          </a:p>
        </p:txBody>
      </p:sp>
      <p:sp>
        <p:nvSpPr>
          <p:cNvPr id="76" name="文本框 75">
            <a:extLst>
              <a:ext uri="{FF2B5EF4-FFF2-40B4-BE49-F238E27FC236}">
                <a16:creationId xmlns:a16="http://schemas.microsoft.com/office/drawing/2014/main" id="{2E28A4A5-05F0-4BFC-B78C-702F1287A0D5}"/>
              </a:ext>
            </a:extLst>
          </p:cNvPr>
          <p:cNvSpPr txBox="1"/>
          <p:nvPr/>
        </p:nvSpPr>
        <p:spPr>
          <a:xfrm>
            <a:off x="-158931" y="5212789"/>
            <a:ext cx="2463798" cy="338554"/>
          </a:xfrm>
          <a:prstGeom prst="rect">
            <a:avLst/>
          </a:prstGeom>
          <a:noFill/>
        </p:spPr>
        <p:txBody>
          <a:bodyPr wrap="square" rtlCol="0">
            <a:spAutoFit/>
          </a:bodyPr>
          <a:lstStyle/>
          <a:p>
            <a:pPr algn="ctr">
              <a:defRPr/>
            </a:pPr>
            <a:r>
              <a:rPr lang="en-US" altLang="zh-CN" sz="1600" spc="400" dirty="0">
                <a:solidFill>
                  <a:schemeClr val="bg1">
                    <a:alpha val="21000"/>
                  </a:schemeClr>
                </a:solidFill>
                <a:latin typeface="微软雅黑" panose="020B0503020204020204" pitchFamily="34" charset="-122"/>
                <a:ea typeface="微软雅黑" panose="020B0503020204020204" pitchFamily="34" charset="-122"/>
              </a:rPr>
              <a:t>App</a:t>
            </a: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截图</a:t>
            </a:r>
          </a:p>
        </p:txBody>
      </p:sp>
      <p:sp>
        <p:nvSpPr>
          <p:cNvPr id="79" name="文本框 78">
            <a:extLst>
              <a:ext uri="{FF2B5EF4-FFF2-40B4-BE49-F238E27FC236}">
                <a16:creationId xmlns:a16="http://schemas.microsoft.com/office/drawing/2014/main" id="{C31F6A08-2FE7-4018-8CD8-1034CD499F55}"/>
              </a:ext>
            </a:extLst>
          </p:cNvPr>
          <p:cNvSpPr txBox="1"/>
          <p:nvPr/>
        </p:nvSpPr>
        <p:spPr>
          <a:xfrm>
            <a:off x="18868" y="620421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演示</a:t>
            </a:r>
          </a:p>
        </p:txBody>
      </p:sp>
      <p:sp>
        <p:nvSpPr>
          <p:cNvPr id="47" name="矩形 46" hidden="1">
            <a:extLst>
              <a:ext uri="{FF2B5EF4-FFF2-40B4-BE49-F238E27FC236}">
                <a16:creationId xmlns:a16="http://schemas.microsoft.com/office/drawing/2014/main" id="{BAD093D8-EBE7-48EA-ACFF-E99F798F1A0C}"/>
              </a:ext>
            </a:extLst>
          </p:cNvPr>
          <p:cNvSpPr/>
          <p:nvPr/>
        </p:nvSpPr>
        <p:spPr>
          <a:xfrm>
            <a:off x="2108200" y="2012950"/>
            <a:ext cx="2108200" cy="4845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D341433-8CB3-49FD-8851-37DF668A2BF1}"/>
              </a:ext>
            </a:extLst>
          </p:cNvPr>
          <p:cNvCxnSpPr/>
          <p:nvPr/>
        </p:nvCxnSpPr>
        <p:spPr>
          <a:xfrm>
            <a:off x="0" y="298196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440350D7-9E4D-41BB-B89C-C0CCAD46D800}"/>
              </a:ext>
            </a:extLst>
          </p:cNvPr>
          <p:cNvCxnSpPr/>
          <p:nvPr/>
        </p:nvCxnSpPr>
        <p:spPr>
          <a:xfrm>
            <a:off x="0" y="395097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B466572-3408-4716-91DC-8149BB1DAA65}"/>
              </a:ext>
            </a:extLst>
          </p:cNvPr>
          <p:cNvCxnSpPr/>
          <p:nvPr/>
        </p:nvCxnSpPr>
        <p:spPr>
          <a:xfrm>
            <a:off x="0" y="491998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06A106A-FCED-4700-89F5-A190BFE5AB97}"/>
              </a:ext>
            </a:extLst>
          </p:cNvPr>
          <p:cNvCxnSpPr/>
          <p:nvPr/>
        </p:nvCxnSpPr>
        <p:spPr>
          <a:xfrm>
            <a:off x="0" y="588899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pic>
        <p:nvPicPr>
          <p:cNvPr id="71" name="图片 70">
            <a:extLst>
              <a:ext uri="{FF2B5EF4-FFF2-40B4-BE49-F238E27FC236}">
                <a16:creationId xmlns:a16="http://schemas.microsoft.com/office/drawing/2014/main" id="{4E855EB0-8E60-4816-923C-5186C487B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572" y="438327"/>
            <a:ext cx="1219200" cy="1219200"/>
          </a:xfrm>
          <a:prstGeom prst="rect">
            <a:avLst/>
          </a:prstGeom>
        </p:spPr>
      </p:pic>
      <p:pic>
        <p:nvPicPr>
          <p:cNvPr id="3" name="图片 2">
            <a:extLst>
              <a:ext uri="{FF2B5EF4-FFF2-40B4-BE49-F238E27FC236}">
                <a16:creationId xmlns:a16="http://schemas.microsoft.com/office/drawing/2014/main" id="{A7C2B365-6816-40EF-A4B2-64E83FA91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5075" y="847176"/>
            <a:ext cx="3590925" cy="5629275"/>
          </a:xfrm>
          <a:prstGeom prst="rect">
            <a:avLst/>
          </a:prstGeom>
        </p:spPr>
      </p:pic>
      <p:pic>
        <p:nvPicPr>
          <p:cNvPr id="5" name="图片 4">
            <a:extLst>
              <a:ext uri="{FF2B5EF4-FFF2-40B4-BE49-F238E27FC236}">
                <a16:creationId xmlns:a16="http://schemas.microsoft.com/office/drawing/2014/main" id="{7195E42F-D586-4711-868D-525A40844D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6208" y="1029970"/>
            <a:ext cx="3790950" cy="5343525"/>
          </a:xfrm>
          <a:prstGeom prst="rect">
            <a:avLst/>
          </a:prstGeom>
        </p:spPr>
      </p:pic>
    </p:spTree>
    <p:extLst>
      <p:ext uri="{BB962C8B-B14F-4D97-AF65-F5344CB8AC3E}">
        <p14:creationId xmlns:p14="http://schemas.microsoft.com/office/powerpoint/2010/main" val="1493300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A8A1D235-26CD-4635-9AF4-2FCAA9B8624B}"/>
              </a:ext>
            </a:extLst>
          </p:cNvPr>
          <p:cNvSpPr/>
          <p:nvPr/>
        </p:nvSpPr>
        <p:spPr>
          <a:xfrm>
            <a:off x="34797" y="0"/>
            <a:ext cx="2108200" cy="6858000"/>
          </a:xfrm>
          <a:prstGeom prst="roundRect">
            <a:avLst>
              <a:gd name="adj" fmla="val 5221"/>
            </a:avLst>
          </a:prstGeom>
          <a:gradFill>
            <a:gsLst>
              <a:gs pos="0">
                <a:srgbClr val="F2A150"/>
              </a:gs>
              <a:gs pos="100000">
                <a:srgbClr val="EE843A"/>
              </a:gs>
            </a:gsLst>
            <a:lin ang="5400000" scaled="1"/>
          </a:gradFill>
          <a:ln w="31750">
            <a:solidFill>
              <a:schemeClr val="bg1"/>
            </a:solidFill>
          </a:ln>
          <a:effectLst>
            <a:outerShdw blurRad="203200" algn="ctr" rotWithShape="0">
              <a:srgbClr val="ED7D3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6" name="直接连接符 45">
            <a:extLst>
              <a:ext uri="{FF2B5EF4-FFF2-40B4-BE49-F238E27FC236}">
                <a16:creationId xmlns:a16="http://schemas.microsoft.com/office/drawing/2014/main" id="{3AAE6762-7D79-429E-A197-4DED6CB9FA8B}"/>
              </a:ext>
            </a:extLst>
          </p:cNvPr>
          <p:cNvCxnSpPr/>
          <p:nvPr/>
        </p:nvCxnSpPr>
        <p:spPr>
          <a:xfrm>
            <a:off x="0" y="201295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3E8FFA0F-2DB6-4890-921D-6AE4A4C9A6BB}"/>
              </a:ext>
            </a:extLst>
          </p:cNvPr>
          <p:cNvSpPr txBox="1"/>
          <p:nvPr/>
        </p:nvSpPr>
        <p:spPr>
          <a:xfrm>
            <a:off x="18868" y="2297400"/>
            <a:ext cx="2108200" cy="338554"/>
          </a:xfrm>
          <a:prstGeom prst="rect">
            <a:avLst/>
          </a:prstGeom>
          <a:noFill/>
        </p:spPr>
        <p:txBody>
          <a:bodyPr wrap="square" rtlCol="0">
            <a:spAutoFit/>
          </a:bodyPr>
          <a:lstStyle/>
          <a:p>
            <a:pPr marR="0" indent="0" algn="ctr" fontAlgn="auto">
              <a:lnSpc>
                <a:spcPct val="100000"/>
              </a:lnSpc>
              <a:spcBef>
                <a:spcPts val="0"/>
              </a:spcBef>
              <a:spcAft>
                <a:spcPts val="0"/>
              </a:spcAft>
              <a:buClrTx/>
              <a:buSzTx/>
              <a:buFontTx/>
              <a:buNone/>
              <a:tabLst/>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背景与意义</a:t>
            </a:r>
          </a:p>
        </p:txBody>
      </p:sp>
      <p:sp>
        <p:nvSpPr>
          <p:cNvPr id="70" name="文本框 69">
            <a:extLst>
              <a:ext uri="{FF2B5EF4-FFF2-40B4-BE49-F238E27FC236}">
                <a16:creationId xmlns:a16="http://schemas.microsoft.com/office/drawing/2014/main" id="{1A516B07-6FCA-4902-88D7-B03D664646D5}"/>
              </a:ext>
            </a:extLst>
          </p:cNvPr>
          <p:cNvSpPr txBox="1"/>
          <p:nvPr/>
        </p:nvSpPr>
        <p:spPr>
          <a:xfrm>
            <a:off x="18868" y="3297188"/>
            <a:ext cx="2108200" cy="338554"/>
          </a:xfrm>
          <a:prstGeom prst="rect">
            <a:avLst/>
          </a:prstGeom>
          <a:noFill/>
        </p:spPr>
        <p:txBody>
          <a:bodyPr wrap="square" rtlCol="0">
            <a:spAutoFit/>
          </a:bodyPr>
          <a:lstStyle/>
          <a:p>
            <a:pPr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实现目标</a:t>
            </a:r>
          </a:p>
        </p:txBody>
      </p:sp>
      <p:sp>
        <p:nvSpPr>
          <p:cNvPr id="73" name="文本框 72">
            <a:extLst>
              <a:ext uri="{FF2B5EF4-FFF2-40B4-BE49-F238E27FC236}">
                <a16:creationId xmlns:a16="http://schemas.microsoft.com/office/drawing/2014/main" id="{F5BBF62C-D0A5-4D90-9644-6D881BA3D19E}"/>
              </a:ext>
            </a:extLst>
          </p:cNvPr>
          <p:cNvSpPr txBox="1"/>
          <p:nvPr/>
        </p:nvSpPr>
        <p:spPr>
          <a:xfrm>
            <a:off x="18868" y="426619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数据库截图</a:t>
            </a:r>
          </a:p>
        </p:txBody>
      </p:sp>
      <p:sp>
        <p:nvSpPr>
          <p:cNvPr id="76" name="文本框 75">
            <a:extLst>
              <a:ext uri="{FF2B5EF4-FFF2-40B4-BE49-F238E27FC236}">
                <a16:creationId xmlns:a16="http://schemas.microsoft.com/office/drawing/2014/main" id="{2E28A4A5-05F0-4BFC-B78C-702F1287A0D5}"/>
              </a:ext>
            </a:extLst>
          </p:cNvPr>
          <p:cNvSpPr txBox="1"/>
          <p:nvPr/>
        </p:nvSpPr>
        <p:spPr>
          <a:xfrm>
            <a:off x="-158931" y="5212789"/>
            <a:ext cx="2463798" cy="400110"/>
          </a:xfrm>
          <a:prstGeom prst="rect">
            <a:avLst/>
          </a:prstGeom>
          <a:noFill/>
        </p:spPr>
        <p:txBody>
          <a:bodyPr wrap="square" rtlCol="0">
            <a:spAutoFit/>
          </a:bodyPr>
          <a:lstStyle/>
          <a:p>
            <a:pPr algn="ctr">
              <a:defRPr/>
            </a:pPr>
            <a:r>
              <a:rPr lang="en-US" altLang="zh-CN" sz="2000" b="1" spc="400" dirty="0">
                <a:solidFill>
                  <a:schemeClr val="bg1"/>
                </a:solidFill>
                <a:latin typeface="微软雅黑" panose="020B0503020204020204" pitchFamily="34" charset="-122"/>
                <a:ea typeface="微软雅黑" panose="020B0503020204020204" pitchFamily="34" charset="-122"/>
              </a:rPr>
              <a:t>App</a:t>
            </a:r>
            <a:r>
              <a:rPr lang="zh-CN" altLang="en-US" sz="2000" b="1" spc="400" dirty="0">
                <a:solidFill>
                  <a:schemeClr val="bg1"/>
                </a:solidFill>
                <a:latin typeface="微软雅黑" panose="020B0503020204020204" pitchFamily="34" charset="-122"/>
                <a:ea typeface="微软雅黑" panose="020B0503020204020204" pitchFamily="34" charset="-122"/>
              </a:rPr>
              <a:t>截图</a:t>
            </a:r>
          </a:p>
        </p:txBody>
      </p:sp>
      <p:sp>
        <p:nvSpPr>
          <p:cNvPr id="79" name="文本框 78">
            <a:extLst>
              <a:ext uri="{FF2B5EF4-FFF2-40B4-BE49-F238E27FC236}">
                <a16:creationId xmlns:a16="http://schemas.microsoft.com/office/drawing/2014/main" id="{C31F6A08-2FE7-4018-8CD8-1034CD499F55}"/>
              </a:ext>
            </a:extLst>
          </p:cNvPr>
          <p:cNvSpPr txBox="1"/>
          <p:nvPr/>
        </p:nvSpPr>
        <p:spPr>
          <a:xfrm>
            <a:off x="18868" y="6204218"/>
            <a:ext cx="2108200" cy="338554"/>
          </a:xfrm>
          <a:prstGeom prst="rect">
            <a:avLst/>
          </a:prstGeom>
          <a:noFill/>
        </p:spPr>
        <p:txBody>
          <a:bodyPr wrap="square" rtlCol="0">
            <a:spAutoFit/>
          </a:bodyPr>
          <a:lstStyle/>
          <a:p>
            <a:pPr lvl="0" algn="ctr">
              <a:defRPr/>
            </a:pPr>
            <a:r>
              <a:rPr lang="zh-CN" altLang="en-US" sz="1600" spc="400" dirty="0">
                <a:solidFill>
                  <a:schemeClr val="bg1">
                    <a:alpha val="21000"/>
                  </a:schemeClr>
                </a:solidFill>
                <a:latin typeface="微软雅黑" panose="020B0503020204020204" pitchFamily="34" charset="-122"/>
                <a:ea typeface="微软雅黑" panose="020B0503020204020204" pitchFamily="34" charset="-122"/>
              </a:rPr>
              <a:t>演示</a:t>
            </a:r>
          </a:p>
        </p:txBody>
      </p:sp>
      <p:sp>
        <p:nvSpPr>
          <p:cNvPr id="47" name="矩形 46" hidden="1">
            <a:extLst>
              <a:ext uri="{FF2B5EF4-FFF2-40B4-BE49-F238E27FC236}">
                <a16:creationId xmlns:a16="http://schemas.microsoft.com/office/drawing/2014/main" id="{BAD093D8-EBE7-48EA-ACFF-E99F798F1A0C}"/>
              </a:ext>
            </a:extLst>
          </p:cNvPr>
          <p:cNvSpPr/>
          <p:nvPr/>
        </p:nvSpPr>
        <p:spPr>
          <a:xfrm>
            <a:off x="2108200" y="2012950"/>
            <a:ext cx="2108200" cy="4845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D341433-8CB3-49FD-8851-37DF668A2BF1}"/>
              </a:ext>
            </a:extLst>
          </p:cNvPr>
          <p:cNvCxnSpPr/>
          <p:nvPr/>
        </p:nvCxnSpPr>
        <p:spPr>
          <a:xfrm>
            <a:off x="0" y="298196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440350D7-9E4D-41BB-B89C-C0CCAD46D800}"/>
              </a:ext>
            </a:extLst>
          </p:cNvPr>
          <p:cNvCxnSpPr/>
          <p:nvPr/>
        </p:nvCxnSpPr>
        <p:spPr>
          <a:xfrm>
            <a:off x="0" y="3950970"/>
            <a:ext cx="2108200" cy="0"/>
          </a:xfrm>
          <a:prstGeom prst="line">
            <a:avLst/>
          </a:prstGeom>
          <a:ln w="12700">
            <a:solidFill>
              <a:schemeClr val="bg1">
                <a:alpha val="21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B466572-3408-4716-91DC-8149BB1DAA65}"/>
              </a:ext>
            </a:extLst>
          </p:cNvPr>
          <p:cNvCxnSpPr/>
          <p:nvPr/>
        </p:nvCxnSpPr>
        <p:spPr>
          <a:xfrm>
            <a:off x="0" y="491998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06A106A-FCED-4700-89F5-A190BFE5AB97}"/>
              </a:ext>
            </a:extLst>
          </p:cNvPr>
          <p:cNvCxnSpPr/>
          <p:nvPr/>
        </p:nvCxnSpPr>
        <p:spPr>
          <a:xfrm>
            <a:off x="0" y="5888990"/>
            <a:ext cx="210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63" name="图片 62">
            <a:extLst>
              <a:ext uri="{FF2B5EF4-FFF2-40B4-BE49-F238E27FC236}">
                <a16:creationId xmlns:a16="http://schemas.microsoft.com/office/drawing/2014/main" id="{B2884B04-E130-43EB-8072-5282EEA61E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572" y="438327"/>
            <a:ext cx="1219200" cy="1219200"/>
          </a:xfrm>
          <a:prstGeom prst="rect">
            <a:avLst/>
          </a:prstGeom>
        </p:spPr>
      </p:pic>
      <p:pic>
        <p:nvPicPr>
          <p:cNvPr id="5" name="图片 4">
            <a:extLst>
              <a:ext uri="{FF2B5EF4-FFF2-40B4-BE49-F238E27FC236}">
                <a16:creationId xmlns:a16="http://schemas.microsoft.com/office/drawing/2014/main" id="{B2E529BD-68FA-4B23-A2AA-33E09DD599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5772" y="984056"/>
            <a:ext cx="2230258" cy="4228733"/>
          </a:xfrm>
          <a:prstGeom prst="rect">
            <a:avLst/>
          </a:prstGeom>
        </p:spPr>
      </p:pic>
      <p:pic>
        <p:nvPicPr>
          <p:cNvPr id="7" name="图片 6">
            <a:extLst>
              <a:ext uri="{FF2B5EF4-FFF2-40B4-BE49-F238E27FC236}">
                <a16:creationId xmlns:a16="http://schemas.microsoft.com/office/drawing/2014/main" id="{359F564A-F97C-4052-92A7-DEAC0B74A8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9405" y="984056"/>
            <a:ext cx="2869672" cy="4228732"/>
          </a:xfrm>
          <a:prstGeom prst="rect">
            <a:avLst/>
          </a:prstGeom>
        </p:spPr>
      </p:pic>
      <p:pic>
        <p:nvPicPr>
          <p:cNvPr id="10" name="图片 9">
            <a:extLst>
              <a:ext uri="{FF2B5EF4-FFF2-40B4-BE49-F238E27FC236}">
                <a16:creationId xmlns:a16="http://schemas.microsoft.com/office/drawing/2014/main" id="{68C76121-1A66-4A8D-A84C-3E26B1DF56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7867" y="984056"/>
            <a:ext cx="2230258" cy="4356300"/>
          </a:xfrm>
          <a:prstGeom prst="rect">
            <a:avLst/>
          </a:prstGeom>
        </p:spPr>
      </p:pic>
    </p:spTree>
    <p:extLst>
      <p:ext uri="{BB962C8B-B14F-4D97-AF65-F5344CB8AC3E}">
        <p14:creationId xmlns:p14="http://schemas.microsoft.com/office/powerpoint/2010/main" val="1316545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
</p:tagLst>
</file>

<file path=ppt/theme/theme1.xml><?xml version="1.0" encoding="utf-8"?>
<a:theme xmlns:a="http://schemas.openxmlformats.org/drawingml/2006/main" name="1_Office 主题​​">
  <a:themeElements>
    <a:clrScheme name="自定义 7">
      <a:dk1>
        <a:sysClr val="windowText" lastClr="000000"/>
      </a:dk1>
      <a:lt1>
        <a:sysClr val="window" lastClr="FFFFFF"/>
      </a:lt1>
      <a:dk2>
        <a:srgbClr val="44546A"/>
      </a:dk2>
      <a:lt2>
        <a:srgbClr val="E7E6E6"/>
      </a:lt2>
      <a:accent1>
        <a:srgbClr val="0070C0"/>
      </a:accent1>
      <a:accent2>
        <a:srgbClr val="0070C0"/>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TotalTime>
  <Words>349</Words>
  <Application>Microsoft Office PowerPoint</Application>
  <PresentationFormat>宽屏</PresentationFormat>
  <Paragraphs>28</Paragraphs>
  <Slides>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等线</vt:lpstr>
      <vt:lpstr>等线 Light</vt:lpstr>
      <vt:lpstr>思源宋体 CN Heavy</vt:lpstr>
      <vt:lpstr>宋体</vt:lpstr>
      <vt:lpstr>微软雅黑</vt:lpstr>
      <vt:lpstr>Arial</vt:lpstr>
      <vt:lpstr>1_Office 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覃 从东</dc:creator>
  <cp:lastModifiedBy>鑫 田</cp:lastModifiedBy>
  <cp:revision>47</cp:revision>
  <dcterms:created xsi:type="dcterms:W3CDTF">2018-04-17T02:58:35Z</dcterms:created>
  <dcterms:modified xsi:type="dcterms:W3CDTF">2020-05-25T16:51:44Z</dcterms:modified>
</cp:coreProperties>
</file>